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EE067A-BF4D-A063-0809-FE9D2A2D8ED5}" v="725" dt="2026-02-18T08:16:37.8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4" Type="http://schemas.openxmlformats.org/officeDocument/2006/relationships/image" Target="../media/image23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4" Type="http://schemas.openxmlformats.org/officeDocument/2006/relationships/image" Target="../media/image2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988D3E-2B28-445A-B4B7-45A4098768D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378A2C1-36A0-486A-A270-9D169F60F529}">
      <dgm:prSet/>
      <dgm:spPr/>
      <dgm:t>
        <a:bodyPr/>
        <a:lstStyle/>
        <a:p>
          <a:pPr rtl="0"/>
          <a:r>
            <a:rPr lang="de-DE">
              <a:latin typeface="Ink Free"/>
            </a:rPr>
            <a:t>Was ist ein Interface?</a:t>
          </a:r>
          <a:endParaRPr lang="en-US">
            <a:latin typeface="Ink Free"/>
          </a:endParaRPr>
        </a:p>
      </dgm:t>
    </dgm:pt>
    <dgm:pt modelId="{CE76994A-246C-447D-AFE6-69CCB3B3B005}" type="parTrans" cxnId="{01CAD34B-4D04-48AF-B848-3981A9F39C72}">
      <dgm:prSet/>
      <dgm:spPr/>
      <dgm:t>
        <a:bodyPr/>
        <a:lstStyle/>
        <a:p>
          <a:endParaRPr lang="en-US"/>
        </a:p>
      </dgm:t>
    </dgm:pt>
    <dgm:pt modelId="{CD5D1A35-42BC-4640-A05D-F48E596073F7}" type="sibTrans" cxnId="{01CAD34B-4D04-48AF-B848-3981A9F39C72}">
      <dgm:prSet/>
      <dgm:spPr/>
      <dgm:t>
        <a:bodyPr/>
        <a:lstStyle/>
        <a:p>
          <a:endParaRPr lang="en-US"/>
        </a:p>
      </dgm:t>
    </dgm:pt>
    <dgm:pt modelId="{73787BEB-6777-4654-813C-12DAEDE494E1}">
      <dgm:prSet/>
      <dgm:spPr/>
      <dgm:t>
        <a:bodyPr/>
        <a:lstStyle/>
        <a:p>
          <a:r>
            <a:rPr lang="de-DE">
              <a:latin typeface="Ink Free"/>
            </a:rPr>
            <a:t>Was ist eine abstrakte Klasse?</a:t>
          </a:r>
          <a:endParaRPr lang="en-US">
            <a:latin typeface="Ink Free"/>
          </a:endParaRPr>
        </a:p>
      </dgm:t>
    </dgm:pt>
    <dgm:pt modelId="{4B8B9FD0-8339-46F9-92FB-B68C14B8B6F9}" type="parTrans" cxnId="{9798AE7D-3CCB-412D-BC41-475B59D3A390}">
      <dgm:prSet/>
      <dgm:spPr/>
      <dgm:t>
        <a:bodyPr/>
        <a:lstStyle/>
        <a:p>
          <a:endParaRPr lang="en-US"/>
        </a:p>
      </dgm:t>
    </dgm:pt>
    <dgm:pt modelId="{3B8F2ABF-4815-4C9D-9065-1157382A8F93}" type="sibTrans" cxnId="{9798AE7D-3CCB-412D-BC41-475B59D3A390}">
      <dgm:prSet/>
      <dgm:spPr/>
      <dgm:t>
        <a:bodyPr/>
        <a:lstStyle/>
        <a:p>
          <a:endParaRPr lang="en-US"/>
        </a:p>
      </dgm:t>
    </dgm:pt>
    <dgm:pt modelId="{39CC0A5C-4A2A-4201-8CE8-ABFE1E961D27}">
      <dgm:prSet/>
      <dgm:spPr/>
      <dgm:t>
        <a:bodyPr/>
        <a:lstStyle/>
        <a:p>
          <a:r>
            <a:rPr lang="de-DE">
              <a:latin typeface="Ink Free"/>
            </a:rPr>
            <a:t>Unterschied?</a:t>
          </a:r>
          <a:endParaRPr lang="en-US">
            <a:latin typeface="Ink Free"/>
          </a:endParaRPr>
        </a:p>
      </dgm:t>
    </dgm:pt>
    <dgm:pt modelId="{5489C3F2-14DB-4B96-946E-6CD54A51EC11}" type="parTrans" cxnId="{46141EE6-BC27-4794-AC12-A3244FBF8FD8}">
      <dgm:prSet/>
      <dgm:spPr/>
      <dgm:t>
        <a:bodyPr/>
        <a:lstStyle/>
        <a:p>
          <a:endParaRPr lang="en-US"/>
        </a:p>
      </dgm:t>
    </dgm:pt>
    <dgm:pt modelId="{9784086F-905C-4B76-A186-284A278ECB78}" type="sibTrans" cxnId="{46141EE6-BC27-4794-AC12-A3244FBF8FD8}">
      <dgm:prSet/>
      <dgm:spPr/>
      <dgm:t>
        <a:bodyPr/>
        <a:lstStyle/>
        <a:p>
          <a:endParaRPr lang="en-US"/>
        </a:p>
      </dgm:t>
    </dgm:pt>
    <dgm:pt modelId="{3AB8260D-775D-4639-9A88-FEC3EF5E034F}">
      <dgm:prSet/>
      <dgm:spPr/>
      <dgm:t>
        <a:bodyPr/>
        <a:lstStyle/>
        <a:p>
          <a:r>
            <a:rPr lang="de-DE">
              <a:latin typeface="Ink Free"/>
            </a:rPr>
            <a:t>Programmiersprachen die Interfaces/abstrakte Klassen verwenden</a:t>
          </a:r>
          <a:endParaRPr lang="en-US">
            <a:latin typeface="Ink Free"/>
          </a:endParaRPr>
        </a:p>
      </dgm:t>
    </dgm:pt>
    <dgm:pt modelId="{BEC9FB1D-B92C-4FDB-90A8-1D0D7EF03A8E}" type="parTrans" cxnId="{7C5B6C86-DECD-4C4F-A0EB-7006CCCDCBBE}">
      <dgm:prSet/>
      <dgm:spPr/>
      <dgm:t>
        <a:bodyPr/>
        <a:lstStyle/>
        <a:p>
          <a:endParaRPr lang="en-US"/>
        </a:p>
      </dgm:t>
    </dgm:pt>
    <dgm:pt modelId="{5AA915E7-C7D6-45B4-A388-BFB0041FAB62}" type="sibTrans" cxnId="{7C5B6C86-DECD-4C4F-A0EB-7006CCCDCBBE}">
      <dgm:prSet/>
      <dgm:spPr/>
      <dgm:t>
        <a:bodyPr/>
        <a:lstStyle/>
        <a:p>
          <a:endParaRPr lang="en-US"/>
        </a:p>
      </dgm:t>
    </dgm:pt>
    <dgm:pt modelId="{AD369265-746D-4B73-A4FF-982D11B9A89C}">
      <dgm:prSet/>
      <dgm:spPr/>
      <dgm:t>
        <a:bodyPr/>
        <a:lstStyle/>
        <a:p>
          <a:r>
            <a:rPr lang="de-DE">
              <a:latin typeface="Ink Free"/>
            </a:rPr>
            <a:t>Beispiele</a:t>
          </a:r>
          <a:endParaRPr lang="en-US">
            <a:latin typeface="Ink Free"/>
          </a:endParaRPr>
        </a:p>
      </dgm:t>
    </dgm:pt>
    <dgm:pt modelId="{9B8E09CA-2B82-40B5-A89F-8A882453F8B6}" type="parTrans" cxnId="{E689114B-DCCB-4814-ABED-C3D1D0A4052E}">
      <dgm:prSet/>
      <dgm:spPr/>
      <dgm:t>
        <a:bodyPr/>
        <a:lstStyle/>
        <a:p>
          <a:endParaRPr lang="en-US"/>
        </a:p>
      </dgm:t>
    </dgm:pt>
    <dgm:pt modelId="{7B2E65DB-4624-4584-87FA-A1C257C7E908}" type="sibTrans" cxnId="{E689114B-DCCB-4814-ABED-C3D1D0A4052E}">
      <dgm:prSet/>
      <dgm:spPr/>
      <dgm:t>
        <a:bodyPr/>
        <a:lstStyle/>
        <a:p>
          <a:endParaRPr lang="en-US"/>
        </a:p>
      </dgm:t>
    </dgm:pt>
    <dgm:pt modelId="{27328D95-0351-4AD5-AE8C-560CA80B4609}" type="pres">
      <dgm:prSet presAssocID="{FE988D3E-2B28-445A-B4B7-45A4098768D3}" presName="root" presStyleCnt="0">
        <dgm:presLayoutVars>
          <dgm:dir/>
          <dgm:resizeHandles val="exact"/>
        </dgm:presLayoutVars>
      </dgm:prSet>
      <dgm:spPr/>
    </dgm:pt>
    <dgm:pt modelId="{75C611F2-D2C2-42F6-9E89-7410DDE812EB}" type="pres">
      <dgm:prSet presAssocID="{E378A2C1-36A0-486A-A270-9D169F60F529}" presName="compNode" presStyleCnt="0"/>
      <dgm:spPr/>
    </dgm:pt>
    <dgm:pt modelId="{A4A398E9-84F3-4FF9-B9EB-7E6AB8E667C9}" type="pres">
      <dgm:prSet presAssocID="{E378A2C1-36A0-486A-A270-9D169F60F529}" presName="bgRect" presStyleLbl="bgShp" presStyleIdx="0" presStyleCnt="5"/>
      <dgm:spPr/>
    </dgm:pt>
    <dgm:pt modelId="{A9A50348-6AB2-408B-84A0-AB141440D168}" type="pres">
      <dgm:prSet presAssocID="{E378A2C1-36A0-486A-A270-9D169F60F529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8ED548CC-9927-41E0-8C03-02DAE905B547}" type="pres">
      <dgm:prSet presAssocID="{E378A2C1-36A0-486A-A270-9D169F60F529}" presName="spaceRect" presStyleCnt="0"/>
      <dgm:spPr/>
    </dgm:pt>
    <dgm:pt modelId="{1D3C669C-55CF-41DB-8322-731AB44C85C7}" type="pres">
      <dgm:prSet presAssocID="{E378A2C1-36A0-486A-A270-9D169F60F529}" presName="parTx" presStyleLbl="revTx" presStyleIdx="0" presStyleCnt="5">
        <dgm:presLayoutVars>
          <dgm:chMax val="0"/>
          <dgm:chPref val="0"/>
        </dgm:presLayoutVars>
      </dgm:prSet>
      <dgm:spPr/>
    </dgm:pt>
    <dgm:pt modelId="{B1FF56F9-033E-4B13-9648-F52BD0A921B5}" type="pres">
      <dgm:prSet presAssocID="{CD5D1A35-42BC-4640-A05D-F48E596073F7}" presName="sibTrans" presStyleCnt="0"/>
      <dgm:spPr/>
    </dgm:pt>
    <dgm:pt modelId="{941D27C7-CA1D-4617-A834-862D8DBCDC8D}" type="pres">
      <dgm:prSet presAssocID="{73787BEB-6777-4654-813C-12DAEDE494E1}" presName="compNode" presStyleCnt="0"/>
      <dgm:spPr/>
    </dgm:pt>
    <dgm:pt modelId="{9617E954-38CA-4E54-B5AB-8F58F1C83460}" type="pres">
      <dgm:prSet presAssocID="{73787BEB-6777-4654-813C-12DAEDE494E1}" presName="bgRect" presStyleLbl="bgShp" presStyleIdx="1" presStyleCnt="5"/>
      <dgm:spPr/>
    </dgm:pt>
    <dgm:pt modelId="{3F26B183-989F-4147-9258-303AFAF57E80}" type="pres">
      <dgm:prSet presAssocID="{73787BEB-6777-4654-813C-12DAEDE494E1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lassenzimmer"/>
        </a:ext>
      </dgm:extLst>
    </dgm:pt>
    <dgm:pt modelId="{F9112FEA-5C11-48BC-9A87-4200ECBD2BC0}" type="pres">
      <dgm:prSet presAssocID="{73787BEB-6777-4654-813C-12DAEDE494E1}" presName="spaceRect" presStyleCnt="0"/>
      <dgm:spPr/>
    </dgm:pt>
    <dgm:pt modelId="{03B0FDD3-9AFE-43FC-8F8C-B911FD5C10DA}" type="pres">
      <dgm:prSet presAssocID="{73787BEB-6777-4654-813C-12DAEDE494E1}" presName="parTx" presStyleLbl="revTx" presStyleIdx="1" presStyleCnt="5">
        <dgm:presLayoutVars>
          <dgm:chMax val="0"/>
          <dgm:chPref val="0"/>
        </dgm:presLayoutVars>
      </dgm:prSet>
      <dgm:spPr/>
    </dgm:pt>
    <dgm:pt modelId="{DEAE55ED-096A-40E9-915A-5A75BA97FCBC}" type="pres">
      <dgm:prSet presAssocID="{3B8F2ABF-4815-4C9D-9065-1157382A8F93}" presName="sibTrans" presStyleCnt="0"/>
      <dgm:spPr/>
    </dgm:pt>
    <dgm:pt modelId="{0E3DA70B-869E-43C5-ACCD-1E9363E891C5}" type="pres">
      <dgm:prSet presAssocID="{39CC0A5C-4A2A-4201-8CE8-ABFE1E961D27}" presName="compNode" presStyleCnt="0"/>
      <dgm:spPr/>
    </dgm:pt>
    <dgm:pt modelId="{F6AA7BEE-C694-4AC4-9317-F4E61F6DBE94}" type="pres">
      <dgm:prSet presAssocID="{39CC0A5C-4A2A-4201-8CE8-ABFE1E961D27}" presName="bgRect" presStyleLbl="bgShp" presStyleIdx="2" presStyleCnt="5"/>
      <dgm:spPr/>
    </dgm:pt>
    <dgm:pt modelId="{FD129ED0-5FC7-4C52-B89C-EDB3D0D1E322}" type="pres">
      <dgm:prSet presAssocID="{39CC0A5C-4A2A-4201-8CE8-ABFE1E961D27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kument"/>
        </a:ext>
      </dgm:extLst>
    </dgm:pt>
    <dgm:pt modelId="{3E220904-EB1E-4D11-B795-C15F7C68808A}" type="pres">
      <dgm:prSet presAssocID="{39CC0A5C-4A2A-4201-8CE8-ABFE1E961D27}" presName="spaceRect" presStyleCnt="0"/>
      <dgm:spPr/>
    </dgm:pt>
    <dgm:pt modelId="{5B19A31E-5A8F-4140-9326-75BD9492828D}" type="pres">
      <dgm:prSet presAssocID="{39CC0A5C-4A2A-4201-8CE8-ABFE1E961D27}" presName="parTx" presStyleLbl="revTx" presStyleIdx="2" presStyleCnt="5">
        <dgm:presLayoutVars>
          <dgm:chMax val="0"/>
          <dgm:chPref val="0"/>
        </dgm:presLayoutVars>
      </dgm:prSet>
      <dgm:spPr/>
    </dgm:pt>
    <dgm:pt modelId="{C1973BFE-AC9B-41E0-B507-6AC7787DA41B}" type="pres">
      <dgm:prSet presAssocID="{9784086F-905C-4B76-A186-284A278ECB78}" presName="sibTrans" presStyleCnt="0"/>
      <dgm:spPr/>
    </dgm:pt>
    <dgm:pt modelId="{5EFB052D-5E77-447A-9A5B-608816A15A7E}" type="pres">
      <dgm:prSet presAssocID="{3AB8260D-775D-4639-9A88-FEC3EF5E034F}" presName="compNode" presStyleCnt="0"/>
      <dgm:spPr/>
    </dgm:pt>
    <dgm:pt modelId="{D69D7F0A-929C-4193-B64F-6739C016A552}" type="pres">
      <dgm:prSet presAssocID="{3AB8260D-775D-4639-9A88-FEC3EF5E034F}" presName="bgRect" presStyleLbl="bgShp" presStyleIdx="3" presStyleCnt="5"/>
      <dgm:spPr/>
    </dgm:pt>
    <dgm:pt modelId="{E6646DCA-71E9-43FA-8918-C8DD22CAE082}" type="pres">
      <dgm:prSet presAssocID="{3AB8260D-775D-4639-9A88-FEC3EF5E034F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727BA06E-6030-4A33-9E40-A2E9D7D26012}" type="pres">
      <dgm:prSet presAssocID="{3AB8260D-775D-4639-9A88-FEC3EF5E034F}" presName="spaceRect" presStyleCnt="0"/>
      <dgm:spPr/>
    </dgm:pt>
    <dgm:pt modelId="{6A045AA4-CD80-4B9C-83AC-D3B54087E40C}" type="pres">
      <dgm:prSet presAssocID="{3AB8260D-775D-4639-9A88-FEC3EF5E034F}" presName="parTx" presStyleLbl="revTx" presStyleIdx="3" presStyleCnt="5">
        <dgm:presLayoutVars>
          <dgm:chMax val="0"/>
          <dgm:chPref val="0"/>
        </dgm:presLayoutVars>
      </dgm:prSet>
      <dgm:spPr/>
    </dgm:pt>
    <dgm:pt modelId="{BABD940D-6877-470A-A4BF-393AE2BCF810}" type="pres">
      <dgm:prSet presAssocID="{5AA915E7-C7D6-45B4-A388-BFB0041FAB62}" presName="sibTrans" presStyleCnt="0"/>
      <dgm:spPr/>
    </dgm:pt>
    <dgm:pt modelId="{03FA35B8-22BF-4AD4-9C83-18B1293C49E5}" type="pres">
      <dgm:prSet presAssocID="{AD369265-746D-4B73-A4FF-982D11B9A89C}" presName="compNode" presStyleCnt="0"/>
      <dgm:spPr/>
    </dgm:pt>
    <dgm:pt modelId="{CAAB32CB-D9E1-47E4-8713-613B31B6DA56}" type="pres">
      <dgm:prSet presAssocID="{AD369265-746D-4B73-A4FF-982D11B9A89C}" presName="bgRect" presStyleLbl="bgShp" presStyleIdx="4" presStyleCnt="5"/>
      <dgm:spPr/>
    </dgm:pt>
    <dgm:pt modelId="{5332A968-70EA-476F-8B7D-DA0A908BB657}" type="pres">
      <dgm:prSet presAssocID="{AD369265-746D-4B73-A4FF-982D11B9A89C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äkchen"/>
        </a:ext>
      </dgm:extLst>
    </dgm:pt>
    <dgm:pt modelId="{DFB528C8-1512-4816-A1F2-57A17677615E}" type="pres">
      <dgm:prSet presAssocID="{AD369265-746D-4B73-A4FF-982D11B9A89C}" presName="spaceRect" presStyleCnt="0"/>
      <dgm:spPr/>
    </dgm:pt>
    <dgm:pt modelId="{72A65EBC-DC84-4649-97A8-F8C0F9C2250F}" type="pres">
      <dgm:prSet presAssocID="{AD369265-746D-4B73-A4FF-982D11B9A89C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91F65A26-0A2F-439F-8434-1B52C8BFD763}" type="presOf" srcId="{73787BEB-6777-4654-813C-12DAEDE494E1}" destId="{03B0FDD3-9AFE-43FC-8F8C-B911FD5C10DA}" srcOrd="0" destOrd="0" presId="urn:microsoft.com/office/officeart/2018/2/layout/IconVerticalSolidList"/>
    <dgm:cxn modelId="{B52CDF27-FB0B-406E-835E-548310A0E2D1}" type="presOf" srcId="{E378A2C1-36A0-486A-A270-9D169F60F529}" destId="{1D3C669C-55CF-41DB-8322-731AB44C85C7}" srcOrd="0" destOrd="0" presId="urn:microsoft.com/office/officeart/2018/2/layout/IconVerticalSolidList"/>
    <dgm:cxn modelId="{4B513A31-06E3-43FD-9D62-47FE71940697}" type="presOf" srcId="{39CC0A5C-4A2A-4201-8CE8-ABFE1E961D27}" destId="{5B19A31E-5A8F-4140-9326-75BD9492828D}" srcOrd="0" destOrd="0" presId="urn:microsoft.com/office/officeart/2018/2/layout/IconVerticalSolidList"/>
    <dgm:cxn modelId="{35198169-61D6-4D4D-AE7A-2B5CF5D5B45D}" type="presOf" srcId="{3AB8260D-775D-4639-9A88-FEC3EF5E034F}" destId="{6A045AA4-CD80-4B9C-83AC-D3B54087E40C}" srcOrd="0" destOrd="0" presId="urn:microsoft.com/office/officeart/2018/2/layout/IconVerticalSolidList"/>
    <dgm:cxn modelId="{E689114B-DCCB-4814-ABED-C3D1D0A4052E}" srcId="{FE988D3E-2B28-445A-B4B7-45A4098768D3}" destId="{AD369265-746D-4B73-A4FF-982D11B9A89C}" srcOrd="4" destOrd="0" parTransId="{9B8E09CA-2B82-40B5-A89F-8A882453F8B6}" sibTransId="{7B2E65DB-4624-4584-87FA-A1C257C7E908}"/>
    <dgm:cxn modelId="{01CAD34B-4D04-48AF-B848-3981A9F39C72}" srcId="{FE988D3E-2B28-445A-B4B7-45A4098768D3}" destId="{E378A2C1-36A0-486A-A270-9D169F60F529}" srcOrd="0" destOrd="0" parTransId="{CE76994A-246C-447D-AFE6-69CCB3B3B005}" sibTransId="{CD5D1A35-42BC-4640-A05D-F48E596073F7}"/>
    <dgm:cxn modelId="{9AAB4B57-F212-4831-900D-C699710AA366}" type="presOf" srcId="{FE988D3E-2B28-445A-B4B7-45A4098768D3}" destId="{27328D95-0351-4AD5-AE8C-560CA80B4609}" srcOrd="0" destOrd="0" presId="urn:microsoft.com/office/officeart/2018/2/layout/IconVerticalSolidList"/>
    <dgm:cxn modelId="{9798AE7D-3CCB-412D-BC41-475B59D3A390}" srcId="{FE988D3E-2B28-445A-B4B7-45A4098768D3}" destId="{73787BEB-6777-4654-813C-12DAEDE494E1}" srcOrd="1" destOrd="0" parTransId="{4B8B9FD0-8339-46F9-92FB-B68C14B8B6F9}" sibTransId="{3B8F2ABF-4815-4C9D-9065-1157382A8F93}"/>
    <dgm:cxn modelId="{7C5B6C86-DECD-4C4F-A0EB-7006CCCDCBBE}" srcId="{FE988D3E-2B28-445A-B4B7-45A4098768D3}" destId="{3AB8260D-775D-4639-9A88-FEC3EF5E034F}" srcOrd="3" destOrd="0" parTransId="{BEC9FB1D-B92C-4FDB-90A8-1D0D7EF03A8E}" sibTransId="{5AA915E7-C7D6-45B4-A388-BFB0041FAB62}"/>
    <dgm:cxn modelId="{B2967186-F545-437E-9950-586F679C4167}" type="presOf" srcId="{AD369265-746D-4B73-A4FF-982D11B9A89C}" destId="{72A65EBC-DC84-4649-97A8-F8C0F9C2250F}" srcOrd="0" destOrd="0" presId="urn:microsoft.com/office/officeart/2018/2/layout/IconVerticalSolidList"/>
    <dgm:cxn modelId="{46141EE6-BC27-4794-AC12-A3244FBF8FD8}" srcId="{FE988D3E-2B28-445A-B4B7-45A4098768D3}" destId="{39CC0A5C-4A2A-4201-8CE8-ABFE1E961D27}" srcOrd="2" destOrd="0" parTransId="{5489C3F2-14DB-4B96-946E-6CD54A51EC11}" sibTransId="{9784086F-905C-4B76-A186-284A278ECB78}"/>
    <dgm:cxn modelId="{34E84A1A-6193-4C79-8903-3D9BFACA076E}" type="presParOf" srcId="{27328D95-0351-4AD5-AE8C-560CA80B4609}" destId="{75C611F2-D2C2-42F6-9E89-7410DDE812EB}" srcOrd="0" destOrd="0" presId="urn:microsoft.com/office/officeart/2018/2/layout/IconVerticalSolidList"/>
    <dgm:cxn modelId="{FFD487E7-924A-4EE4-8F5E-59D14929D3D8}" type="presParOf" srcId="{75C611F2-D2C2-42F6-9E89-7410DDE812EB}" destId="{A4A398E9-84F3-4FF9-B9EB-7E6AB8E667C9}" srcOrd="0" destOrd="0" presId="urn:microsoft.com/office/officeart/2018/2/layout/IconVerticalSolidList"/>
    <dgm:cxn modelId="{5235D576-BD76-4895-8B28-692720E82CA7}" type="presParOf" srcId="{75C611F2-D2C2-42F6-9E89-7410DDE812EB}" destId="{A9A50348-6AB2-408B-84A0-AB141440D168}" srcOrd="1" destOrd="0" presId="urn:microsoft.com/office/officeart/2018/2/layout/IconVerticalSolidList"/>
    <dgm:cxn modelId="{B7E9302F-5B70-44FF-BEA6-40E2182C193C}" type="presParOf" srcId="{75C611F2-D2C2-42F6-9E89-7410DDE812EB}" destId="{8ED548CC-9927-41E0-8C03-02DAE905B547}" srcOrd="2" destOrd="0" presId="urn:microsoft.com/office/officeart/2018/2/layout/IconVerticalSolidList"/>
    <dgm:cxn modelId="{CDC06D47-B78B-4C24-8B99-42478F0AD9BD}" type="presParOf" srcId="{75C611F2-D2C2-42F6-9E89-7410DDE812EB}" destId="{1D3C669C-55CF-41DB-8322-731AB44C85C7}" srcOrd="3" destOrd="0" presId="urn:microsoft.com/office/officeart/2018/2/layout/IconVerticalSolidList"/>
    <dgm:cxn modelId="{CEFFEE81-66C6-4E46-853C-2A71AD02C1E8}" type="presParOf" srcId="{27328D95-0351-4AD5-AE8C-560CA80B4609}" destId="{B1FF56F9-033E-4B13-9648-F52BD0A921B5}" srcOrd="1" destOrd="0" presId="urn:microsoft.com/office/officeart/2018/2/layout/IconVerticalSolidList"/>
    <dgm:cxn modelId="{16109439-19DA-4439-83F2-2CC1C2257D8E}" type="presParOf" srcId="{27328D95-0351-4AD5-AE8C-560CA80B4609}" destId="{941D27C7-CA1D-4617-A834-862D8DBCDC8D}" srcOrd="2" destOrd="0" presId="urn:microsoft.com/office/officeart/2018/2/layout/IconVerticalSolidList"/>
    <dgm:cxn modelId="{7BF4CB0E-80D7-499D-A41A-80F52931BCEC}" type="presParOf" srcId="{941D27C7-CA1D-4617-A834-862D8DBCDC8D}" destId="{9617E954-38CA-4E54-B5AB-8F58F1C83460}" srcOrd="0" destOrd="0" presId="urn:microsoft.com/office/officeart/2018/2/layout/IconVerticalSolidList"/>
    <dgm:cxn modelId="{967B857A-C639-430F-AF48-8DF871722C09}" type="presParOf" srcId="{941D27C7-CA1D-4617-A834-862D8DBCDC8D}" destId="{3F26B183-989F-4147-9258-303AFAF57E80}" srcOrd="1" destOrd="0" presId="urn:microsoft.com/office/officeart/2018/2/layout/IconVerticalSolidList"/>
    <dgm:cxn modelId="{F90C86D2-F4EB-4864-882D-9A56A5F26AA4}" type="presParOf" srcId="{941D27C7-CA1D-4617-A834-862D8DBCDC8D}" destId="{F9112FEA-5C11-48BC-9A87-4200ECBD2BC0}" srcOrd="2" destOrd="0" presId="urn:microsoft.com/office/officeart/2018/2/layout/IconVerticalSolidList"/>
    <dgm:cxn modelId="{FD63533B-0554-4AE5-A491-28798523D1B1}" type="presParOf" srcId="{941D27C7-CA1D-4617-A834-862D8DBCDC8D}" destId="{03B0FDD3-9AFE-43FC-8F8C-B911FD5C10DA}" srcOrd="3" destOrd="0" presId="urn:microsoft.com/office/officeart/2018/2/layout/IconVerticalSolidList"/>
    <dgm:cxn modelId="{4A8D7405-CFB1-4354-ADDD-0216B4536A78}" type="presParOf" srcId="{27328D95-0351-4AD5-AE8C-560CA80B4609}" destId="{DEAE55ED-096A-40E9-915A-5A75BA97FCBC}" srcOrd="3" destOrd="0" presId="urn:microsoft.com/office/officeart/2018/2/layout/IconVerticalSolidList"/>
    <dgm:cxn modelId="{EC8BD216-BDD2-4977-A55D-EA6ECC3F8AC1}" type="presParOf" srcId="{27328D95-0351-4AD5-AE8C-560CA80B4609}" destId="{0E3DA70B-869E-43C5-ACCD-1E9363E891C5}" srcOrd="4" destOrd="0" presId="urn:microsoft.com/office/officeart/2018/2/layout/IconVerticalSolidList"/>
    <dgm:cxn modelId="{FAF0AD35-7889-4F8E-AEBC-60C6BBBBA27F}" type="presParOf" srcId="{0E3DA70B-869E-43C5-ACCD-1E9363E891C5}" destId="{F6AA7BEE-C694-4AC4-9317-F4E61F6DBE94}" srcOrd="0" destOrd="0" presId="urn:microsoft.com/office/officeart/2018/2/layout/IconVerticalSolidList"/>
    <dgm:cxn modelId="{F48ADB38-96AE-4870-ABD4-B60D6607FBF6}" type="presParOf" srcId="{0E3DA70B-869E-43C5-ACCD-1E9363E891C5}" destId="{FD129ED0-5FC7-4C52-B89C-EDB3D0D1E322}" srcOrd="1" destOrd="0" presId="urn:microsoft.com/office/officeart/2018/2/layout/IconVerticalSolidList"/>
    <dgm:cxn modelId="{557B324E-9AEB-41C1-861A-7B9155FF39D2}" type="presParOf" srcId="{0E3DA70B-869E-43C5-ACCD-1E9363E891C5}" destId="{3E220904-EB1E-4D11-B795-C15F7C68808A}" srcOrd="2" destOrd="0" presId="urn:microsoft.com/office/officeart/2018/2/layout/IconVerticalSolidList"/>
    <dgm:cxn modelId="{F6DD5AB5-62F8-4911-B56D-3C11806D5492}" type="presParOf" srcId="{0E3DA70B-869E-43C5-ACCD-1E9363E891C5}" destId="{5B19A31E-5A8F-4140-9326-75BD9492828D}" srcOrd="3" destOrd="0" presId="urn:microsoft.com/office/officeart/2018/2/layout/IconVerticalSolidList"/>
    <dgm:cxn modelId="{6C2BD060-4A36-4A65-B700-AD994DB64596}" type="presParOf" srcId="{27328D95-0351-4AD5-AE8C-560CA80B4609}" destId="{C1973BFE-AC9B-41E0-B507-6AC7787DA41B}" srcOrd="5" destOrd="0" presId="urn:microsoft.com/office/officeart/2018/2/layout/IconVerticalSolidList"/>
    <dgm:cxn modelId="{9995D072-B80C-429E-AAFD-746C7920752A}" type="presParOf" srcId="{27328D95-0351-4AD5-AE8C-560CA80B4609}" destId="{5EFB052D-5E77-447A-9A5B-608816A15A7E}" srcOrd="6" destOrd="0" presId="urn:microsoft.com/office/officeart/2018/2/layout/IconVerticalSolidList"/>
    <dgm:cxn modelId="{014D18F2-2F41-45D8-B843-C9F08C076BD1}" type="presParOf" srcId="{5EFB052D-5E77-447A-9A5B-608816A15A7E}" destId="{D69D7F0A-929C-4193-B64F-6739C016A552}" srcOrd="0" destOrd="0" presId="urn:microsoft.com/office/officeart/2018/2/layout/IconVerticalSolidList"/>
    <dgm:cxn modelId="{D9F412B9-AC72-4AFC-9E29-D5BA09311B14}" type="presParOf" srcId="{5EFB052D-5E77-447A-9A5B-608816A15A7E}" destId="{E6646DCA-71E9-43FA-8918-C8DD22CAE082}" srcOrd="1" destOrd="0" presId="urn:microsoft.com/office/officeart/2018/2/layout/IconVerticalSolidList"/>
    <dgm:cxn modelId="{10C6F969-7522-429B-9FE0-8A955D9CB86E}" type="presParOf" srcId="{5EFB052D-5E77-447A-9A5B-608816A15A7E}" destId="{727BA06E-6030-4A33-9E40-A2E9D7D26012}" srcOrd="2" destOrd="0" presId="urn:microsoft.com/office/officeart/2018/2/layout/IconVerticalSolidList"/>
    <dgm:cxn modelId="{92E21031-4235-413C-8892-75F96123471E}" type="presParOf" srcId="{5EFB052D-5E77-447A-9A5B-608816A15A7E}" destId="{6A045AA4-CD80-4B9C-83AC-D3B54087E40C}" srcOrd="3" destOrd="0" presId="urn:microsoft.com/office/officeart/2018/2/layout/IconVerticalSolidList"/>
    <dgm:cxn modelId="{C3C2D9DD-6FEE-4C39-A10C-CD70D10E8CF0}" type="presParOf" srcId="{27328D95-0351-4AD5-AE8C-560CA80B4609}" destId="{BABD940D-6877-470A-A4BF-393AE2BCF810}" srcOrd="7" destOrd="0" presId="urn:microsoft.com/office/officeart/2018/2/layout/IconVerticalSolidList"/>
    <dgm:cxn modelId="{DF051C27-EA02-4E2C-9816-8C6612DCF9D7}" type="presParOf" srcId="{27328D95-0351-4AD5-AE8C-560CA80B4609}" destId="{03FA35B8-22BF-4AD4-9C83-18B1293C49E5}" srcOrd="8" destOrd="0" presId="urn:microsoft.com/office/officeart/2018/2/layout/IconVerticalSolidList"/>
    <dgm:cxn modelId="{834B9BA7-16EA-4968-88E5-AEE2047D7CA4}" type="presParOf" srcId="{03FA35B8-22BF-4AD4-9C83-18B1293C49E5}" destId="{CAAB32CB-D9E1-47E4-8713-613B31B6DA56}" srcOrd="0" destOrd="0" presId="urn:microsoft.com/office/officeart/2018/2/layout/IconVerticalSolidList"/>
    <dgm:cxn modelId="{A4BA923F-F737-4F8C-80FB-1B34B2A9D477}" type="presParOf" srcId="{03FA35B8-22BF-4AD4-9C83-18B1293C49E5}" destId="{5332A968-70EA-476F-8B7D-DA0A908BB657}" srcOrd="1" destOrd="0" presId="urn:microsoft.com/office/officeart/2018/2/layout/IconVerticalSolidList"/>
    <dgm:cxn modelId="{541D0AB6-B697-431B-8D18-B2B2BDBC848A}" type="presParOf" srcId="{03FA35B8-22BF-4AD4-9C83-18B1293C49E5}" destId="{DFB528C8-1512-4816-A1F2-57A17677615E}" srcOrd="2" destOrd="0" presId="urn:microsoft.com/office/officeart/2018/2/layout/IconVerticalSolidList"/>
    <dgm:cxn modelId="{5C1E123B-7ED0-4F13-8DB0-94C837D20E02}" type="presParOf" srcId="{03FA35B8-22BF-4AD4-9C83-18B1293C49E5}" destId="{72A65EBC-DC84-4649-97A8-F8C0F9C2250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E58C5C2-DCA6-4746-8FC1-7CD648EA4AD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9AF0C26-BD9D-4B73-BACB-01131637FF73}">
      <dgm:prSet/>
      <dgm:spPr/>
      <dgm:t>
        <a:bodyPr/>
        <a:lstStyle/>
        <a:p>
          <a:r>
            <a:rPr lang="de-DE">
              <a:latin typeface="Ink Free"/>
            </a:rPr>
            <a:t>Ein Interface ist eine gewisse Art Bauplan für erbende Klassen, wo festgelegt wird, welche Methoden die Klassen grundlegend haben muss.</a:t>
          </a:r>
          <a:endParaRPr lang="en-US">
            <a:latin typeface="Ink Free"/>
          </a:endParaRPr>
        </a:p>
      </dgm:t>
    </dgm:pt>
    <dgm:pt modelId="{790C5268-C061-4C66-AA32-8039BDAFB3F1}" type="parTrans" cxnId="{EE661C4F-75FC-43C7-B7DA-A7138165B336}">
      <dgm:prSet/>
      <dgm:spPr/>
      <dgm:t>
        <a:bodyPr/>
        <a:lstStyle/>
        <a:p>
          <a:endParaRPr lang="en-US"/>
        </a:p>
      </dgm:t>
    </dgm:pt>
    <dgm:pt modelId="{7EE1CDB7-6E12-4D94-8EA0-B71BEC61C268}" type="sibTrans" cxnId="{EE661C4F-75FC-43C7-B7DA-A7138165B336}">
      <dgm:prSet/>
      <dgm:spPr/>
      <dgm:t>
        <a:bodyPr/>
        <a:lstStyle/>
        <a:p>
          <a:endParaRPr lang="en-US"/>
        </a:p>
      </dgm:t>
    </dgm:pt>
    <dgm:pt modelId="{A3A1996D-E2B1-437E-9020-2C734CE149D7}">
      <dgm:prSet/>
      <dgm:spPr/>
      <dgm:t>
        <a:bodyPr/>
        <a:lstStyle/>
        <a:p>
          <a:r>
            <a:rPr lang="de-DE">
              <a:latin typeface="Ink Free"/>
            </a:rPr>
            <a:t>Erbende Klassen können weitere Methoden hinzufügen.</a:t>
          </a:r>
          <a:endParaRPr lang="en-US">
            <a:latin typeface="Ink Free"/>
          </a:endParaRPr>
        </a:p>
      </dgm:t>
    </dgm:pt>
    <dgm:pt modelId="{15F19CFD-4D9C-4B77-8A95-62FA5535D934}" type="parTrans" cxnId="{E17B11F0-8DF7-4D4A-8548-BEF958DC636E}">
      <dgm:prSet/>
      <dgm:spPr/>
      <dgm:t>
        <a:bodyPr/>
        <a:lstStyle/>
        <a:p>
          <a:endParaRPr lang="en-US"/>
        </a:p>
      </dgm:t>
    </dgm:pt>
    <dgm:pt modelId="{FF63EB75-6C5A-4823-B067-3BA0AF3387B7}" type="sibTrans" cxnId="{E17B11F0-8DF7-4D4A-8548-BEF958DC636E}">
      <dgm:prSet/>
      <dgm:spPr/>
      <dgm:t>
        <a:bodyPr/>
        <a:lstStyle/>
        <a:p>
          <a:endParaRPr lang="en-US"/>
        </a:p>
      </dgm:t>
    </dgm:pt>
    <dgm:pt modelId="{DBCF9CA4-E7F0-44D6-98B0-8C26344333E5}">
      <dgm:prSet/>
      <dgm:spPr/>
      <dgm:t>
        <a:bodyPr/>
        <a:lstStyle/>
        <a:p>
          <a:r>
            <a:rPr lang="de-DE">
              <a:latin typeface="Ink Free"/>
            </a:rPr>
            <a:t>Die vererbten Methoden sind LEER.</a:t>
          </a:r>
          <a:endParaRPr lang="en-US">
            <a:latin typeface="Ink Free"/>
          </a:endParaRPr>
        </a:p>
      </dgm:t>
    </dgm:pt>
    <dgm:pt modelId="{398EBE00-DDE1-48EC-85EC-D5F527D136A0}" type="parTrans" cxnId="{5281DE85-1870-4787-A2EC-63925C03563B}">
      <dgm:prSet/>
      <dgm:spPr/>
      <dgm:t>
        <a:bodyPr/>
        <a:lstStyle/>
        <a:p>
          <a:endParaRPr lang="en-US"/>
        </a:p>
      </dgm:t>
    </dgm:pt>
    <dgm:pt modelId="{05C37607-6309-4A02-839B-E7EDA459AB9E}" type="sibTrans" cxnId="{5281DE85-1870-4787-A2EC-63925C03563B}">
      <dgm:prSet/>
      <dgm:spPr/>
      <dgm:t>
        <a:bodyPr/>
        <a:lstStyle/>
        <a:p>
          <a:endParaRPr lang="en-US"/>
        </a:p>
      </dgm:t>
    </dgm:pt>
    <dgm:pt modelId="{E24BDF69-942D-48D8-8FCB-D48E5690D632}" type="pres">
      <dgm:prSet presAssocID="{AE58C5C2-DCA6-4746-8FC1-7CD648EA4ADE}" presName="root" presStyleCnt="0">
        <dgm:presLayoutVars>
          <dgm:dir/>
          <dgm:resizeHandles val="exact"/>
        </dgm:presLayoutVars>
      </dgm:prSet>
      <dgm:spPr/>
    </dgm:pt>
    <dgm:pt modelId="{0874920E-13B8-4394-B8ED-2961FAC58D66}" type="pres">
      <dgm:prSet presAssocID="{49AF0C26-BD9D-4B73-BACB-01131637FF73}" presName="compNode" presStyleCnt="0"/>
      <dgm:spPr/>
    </dgm:pt>
    <dgm:pt modelId="{053CB148-C8D5-40C2-8EE4-5502FF1B0A54}" type="pres">
      <dgm:prSet presAssocID="{49AF0C26-BD9D-4B73-BACB-01131637FF73}" presName="bgRect" presStyleLbl="bgShp" presStyleIdx="0" presStyleCnt="3"/>
      <dgm:spPr/>
    </dgm:pt>
    <dgm:pt modelId="{96E738A1-63C9-4443-A1EB-0DEA875A5D17}" type="pres">
      <dgm:prSet presAssocID="{49AF0C26-BD9D-4B73-BACB-01131637FF7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lassenzimmer"/>
        </a:ext>
      </dgm:extLst>
    </dgm:pt>
    <dgm:pt modelId="{D11351FC-BC6A-47DB-B49D-57D30169A1E2}" type="pres">
      <dgm:prSet presAssocID="{49AF0C26-BD9D-4B73-BACB-01131637FF73}" presName="spaceRect" presStyleCnt="0"/>
      <dgm:spPr/>
    </dgm:pt>
    <dgm:pt modelId="{208DD14D-C84A-4047-AA86-911435A00732}" type="pres">
      <dgm:prSet presAssocID="{49AF0C26-BD9D-4B73-BACB-01131637FF73}" presName="parTx" presStyleLbl="revTx" presStyleIdx="0" presStyleCnt="3">
        <dgm:presLayoutVars>
          <dgm:chMax val="0"/>
          <dgm:chPref val="0"/>
        </dgm:presLayoutVars>
      </dgm:prSet>
      <dgm:spPr/>
    </dgm:pt>
    <dgm:pt modelId="{29EB934E-DF22-4B4E-9509-7161F2329D34}" type="pres">
      <dgm:prSet presAssocID="{7EE1CDB7-6E12-4D94-8EA0-B71BEC61C268}" presName="sibTrans" presStyleCnt="0"/>
      <dgm:spPr/>
    </dgm:pt>
    <dgm:pt modelId="{50A87F2D-92DC-491C-B0FA-DA927364A6CF}" type="pres">
      <dgm:prSet presAssocID="{A3A1996D-E2B1-437E-9020-2C734CE149D7}" presName="compNode" presStyleCnt="0"/>
      <dgm:spPr/>
    </dgm:pt>
    <dgm:pt modelId="{81490E7C-B3BA-4C13-8987-70BCD08EB4A1}" type="pres">
      <dgm:prSet presAssocID="{A3A1996D-E2B1-437E-9020-2C734CE149D7}" presName="bgRect" presStyleLbl="bgShp" presStyleIdx="1" presStyleCnt="3"/>
      <dgm:spPr/>
    </dgm:pt>
    <dgm:pt modelId="{65486275-8C55-4C4A-AA59-2F06462D6358}" type="pres">
      <dgm:prSet presAssocID="{A3A1996D-E2B1-437E-9020-2C734CE149D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ücher"/>
        </a:ext>
      </dgm:extLst>
    </dgm:pt>
    <dgm:pt modelId="{C2AD5243-8A62-4033-8423-56320D08E983}" type="pres">
      <dgm:prSet presAssocID="{A3A1996D-E2B1-437E-9020-2C734CE149D7}" presName="spaceRect" presStyleCnt="0"/>
      <dgm:spPr/>
    </dgm:pt>
    <dgm:pt modelId="{D41BA709-B22D-48B8-8370-58C13A3851ED}" type="pres">
      <dgm:prSet presAssocID="{A3A1996D-E2B1-437E-9020-2C734CE149D7}" presName="parTx" presStyleLbl="revTx" presStyleIdx="1" presStyleCnt="3">
        <dgm:presLayoutVars>
          <dgm:chMax val="0"/>
          <dgm:chPref val="0"/>
        </dgm:presLayoutVars>
      </dgm:prSet>
      <dgm:spPr/>
    </dgm:pt>
    <dgm:pt modelId="{EBC14199-58B8-48E5-B436-17F739F6394C}" type="pres">
      <dgm:prSet presAssocID="{FF63EB75-6C5A-4823-B067-3BA0AF3387B7}" presName="sibTrans" presStyleCnt="0"/>
      <dgm:spPr/>
    </dgm:pt>
    <dgm:pt modelId="{0471E7DF-047F-4507-A051-2E8C28190225}" type="pres">
      <dgm:prSet presAssocID="{DBCF9CA4-E7F0-44D6-98B0-8C26344333E5}" presName="compNode" presStyleCnt="0"/>
      <dgm:spPr/>
    </dgm:pt>
    <dgm:pt modelId="{92A97503-A3AD-44AB-B90C-0C1A8DE766FD}" type="pres">
      <dgm:prSet presAssocID="{DBCF9CA4-E7F0-44D6-98B0-8C26344333E5}" presName="bgRect" presStyleLbl="bgShp" presStyleIdx="2" presStyleCnt="3"/>
      <dgm:spPr/>
    </dgm:pt>
    <dgm:pt modelId="{8840C0B2-789B-4A0A-8103-045914A7D4C6}" type="pres">
      <dgm:prSet presAssocID="{DBCF9CA4-E7F0-44D6-98B0-8C26344333E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C203F927-1021-4FBA-9157-91F3AE2AAF4E}" type="pres">
      <dgm:prSet presAssocID="{DBCF9CA4-E7F0-44D6-98B0-8C26344333E5}" presName="spaceRect" presStyleCnt="0"/>
      <dgm:spPr/>
    </dgm:pt>
    <dgm:pt modelId="{FBFC4CC7-08DB-446C-8BE8-8DF7F089B8E7}" type="pres">
      <dgm:prSet presAssocID="{DBCF9CA4-E7F0-44D6-98B0-8C26344333E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B09F769-1995-483D-86CE-16FCFCF9BBF1}" type="presOf" srcId="{A3A1996D-E2B1-437E-9020-2C734CE149D7}" destId="{D41BA709-B22D-48B8-8370-58C13A3851ED}" srcOrd="0" destOrd="0" presId="urn:microsoft.com/office/officeart/2018/2/layout/IconVerticalSolidList"/>
    <dgm:cxn modelId="{EE661C4F-75FC-43C7-B7DA-A7138165B336}" srcId="{AE58C5C2-DCA6-4746-8FC1-7CD648EA4ADE}" destId="{49AF0C26-BD9D-4B73-BACB-01131637FF73}" srcOrd="0" destOrd="0" parTransId="{790C5268-C061-4C66-AA32-8039BDAFB3F1}" sibTransId="{7EE1CDB7-6E12-4D94-8EA0-B71BEC61C268}"/>
    <dgm:cxn modelId="{5281DE85-1870-4787-A2EC-63925C03563B}" srcId="{AE58C5C2-DCA6-4746-8FC1-7CD648EA4ADE}" destId="{DBCF9CA4-E7F0-44D6-98B0-8C26344333E5}" srcOrd="2" destOrd="0" parTransId="{398EBE00-DDE1-48EC-85EC-D5F527D136A0}" sibTransId="{05C37607-6309-4A02-839B-E7EDA459AB9E}"/>
    <dgm:cxn modelId="{D946EFB0-3D02-4358-BCAC-03F7CE04C617}" type="presOf" srcId="{DBCF9CA4-E7F0-44D6-98B0-8C26344333E5}" destId="{FBFC4CC7-08DB-446C-8BE8-8DF7F089B8E7}" srcOrd="0" destOrd="0" presId="urn:microsoft.com/office/officeart/2018/2/layout/IconVerticalSolidList"/>
    <dgm:cxn modelId="{69A30DCF-9EB3-4406-8C24-1EAE69BE081A}" type="presOf" srcId="{AE58C5C2-DCA6-4746-8FC1-7CD648EA4ADE}" destId="{E24BDF69-942D-48D8-8FCB-D48E5690D632}" srcOrd="0" destOrd="0" presId="urn:microsoft.com/office/officeart/2018/2/layout/IconVerticalSolidList"/>
    <dgm:cxn modelId="{8FFBACDA-C68E-42AB-810B-5A9C1566E66B}" type="presOf" srcId="{49AF0C26-BD9D-4B73-BACB-01131637FF73}" destId="{208DD14D-C84A-4047-AA86-911435A00732}" srcOrd="0" destOrd="0" presId="urn:microsoft.com/office/officeart/2018/2/layout/IconVerticalSolidList"/>
    <dgm:cxn modelId="{E17B11F0-8DF7-4D4A-8548-BEF958DC636E}" srcId="{AE58C5C2-DCA6-4746-8FC1-7CD648EA4ADE}" destId="{A3A1996D-E2B1-437E-9020-2C734CE149D7}" srcOrd="1" destOrd="0" parTransId="{15F19CFD-4D9C-4B77-8A95-62FA5535D934}" sibTransId="{FF63EB75-6C5A-4823-B067-3BA0AF3387B7}"/>
    <dgm:cxn modelId="{88506913-736E-4E58-B4D7-6D9F6C2C55D1}" type="presParOf" srcId="{E24BDF69-942D-48D8-8FCB-D48E5690D632}" destId="{0874920E-13B8-4394-B8ED-2961FAC58D66}" srcOrd="0" destOrd="0" presId="urn:microsoft.com/office/officeart/2018/2/layout/IconVerticalSolidList"/>
    <dgm:cxn modelId="{9E8EEC90-923B-4B8A-AA53-9C0F782745E0}" type="presParOf" srcId="{0874920E-13B8-4394-B8ED-2961FAC58D66}" destId="{053CB148-C8D5-40C2-8EE4-5502FF1B0A54}" srcOrd="0" destOrd="0" presId="urn:microsoft.com/office/officeart/2018/2/layout/IconVerticalSolidList"/>
    <dgm:cxn modelId="{2952A2C7-906C-4709-8D4D-3262F3FE1A61}" type="presParOf" srcId="{0874920E-13B8-4394-B8ED-2961FAC58D66}" destId="{96E738A1-63C9-4443-A1EB-0DEA875A5D17}" srcOrd="1" destOrd="0" presId="urn:microsoft.com/office/officeart/2018/2/layout/IconVerticalSolidList"/>
    <dgm:cxn modelId="{04CB7FCF-4CB9-4D13-89A9-FE28DBBD2BF4}" type="presParOf" srcId="{0874920E-13B8-4394-B8ED-2961FAC58D66}" destId="{D11351FC-BC6A-47DB-B49D-57D30169A1E2}" srcOrd="2" destOrd="0" presId="urn:microsoft.com/office/officeart/2018/2/layout/IconVerticalSolidList"/>
    <dgm:cxn modelId="{75F3FEE6-FD5D-46B0-9CC1-4D0CCC758A89}" type="presParOf" srcId="{0874920E-13B8-4394-B8ED-2961FAC58D66}" destId="{208DD14D-C84A-4047-AA86-911435A00732}" srcOrd="3" destOrd="0" presId="urn:microsoft.com/office/officeart/2018/2/layout/IconVerticalSolidList"/>
    <dgm:cxn modelId="{B2EBE6FE-88EC-4A07-9580-08E064326972}" type="presParOf" srcId="{E24BDF69-942D-48D8-8FCB-D48E5690D632}" destId="{29EB934E-DF22-4B4E-9509-7161F2329D34}" srcOrd="1" destOrd="0" presId="urn:microsoft.com/office/officeart/2018/2/layout/IconVerticalSolidList"/>
    <dgm:cxn modelId="{96AEBAEC-09ED-4CD7-823A-5B00298C0B37}" type="presParOf" srcId="{E24BDF69-942D-48D8-8FCB-D48E5690D632}" destId="{50A87F2D-92DC-491C-B0FA-DA927364A6CF}" srcOrd="2" destOrd="0" presId="urn:microsoft.com/office/officeart/2018/2/layout/IconVerticalSolidList"/>
    <dgm:cxn modelId="{63657211-A36F-4B47-ABA1-727748CCC007}" type="presParOf" srcId="{50A87F2D-92DC-491C-B0FA-DA927364A6CF}" destId="{81490E7C-B3BA-4C13-8987-70BCD08EB4A1}" srcOrd="0" destOrd="0" presId="urn:microsoft.com/office/officeart/2018/2/layout/IconVerticalSolidList"/>
    <dgm:cxn modelId="{D36CD9FE-7BAD-413A-BC1D-D110AE69902D}" type="presParOf" srcId="{50A87F2D-92DC-491C-B0FA-DA927364A6CF}" destId="{65486275-8C55-4C4A-AA59-2F06462D6358}" srcOrd="1" destOrd="0" presId="urn:microsoft.com/office/officeart/2018/2/layout/IconVerticalSolidList"/>
    <dgm:cxn modelId="{FBC932CA-E06C-4DE2-9A29-5970EF961583}" type="presParOf" srcId="{50A87F2D-92DC-491C-B0FA-DA927364A6CF}" destId="{C2AD5243-8A62-4033-8423-56320D08E983}" srcOrd="2" destOrd="0" presId="urn:microsoft.com/office/officeart/2018/2/layout/IconVerticalSolidList"/>
    <dgm:cxn modelId="{5D1754D6-25A7-4A83-8BE2-D34E4EDB2C5A}" type="presParOf" srcId="{50A87F2D-92DC-491C-B0FA-DA927364A6CF}" destId="{D41BA709-B22D-48B8-8370-58C13A3851ED}" srcOrd="3" destOrd="0" presId="urn:microsoft.com/office/officeart/2018/2/layout/IconVerticalSolidList"/>
    <dgm:cxn modelId="{69C5AA4E-3C35-4FA6-A56B-BFA6FF3259DD}" type="presParOf" srcId="{E24BDF69-942D-48D8-8FCB-D48E5690D632}" destId="{EBC14199-58B8-48E5-B436-17F739F6394C}" srcOrd="3" destOrd="0" presId="urn:microsoft.com/office/officeart/2018/2/layout/IconVerticalSolidList"/>
    <dgm:cxn modelId="{D390958A-5646-49FA-83B9-956A86D43542}" type="presParOf" srcId="{E24BDF69-942D-48D8-8FCB-D48E5690D632}" destId="{0471E7DF-047F-4507-A051-2E8C28190225}" srcOrd="4" destOrd="0" presId="urn:microsoft.com/office/officeart/2018/2/layout/IconVerticalSolidList"/>
    <dgm:cxn modelId="{85610F4C-9A81-43D2-9B2E-6BDFC4A1A2C1}" type="presParOf" srcId="{0471E7DF-047F-4507-A051-2E8C28190225}" destId="{92A97503-A3AD-44AB-B90C-0C1A8DE766FD}" srcOrd="0" destOrd="0" presId="urn:microsoft.com/office/officeart/2018/2/layout/IconVerticalSolidList"/>
    <dgm:cxn modelId="{42F6A0B8-B200-454F-B340-8986EE7B0356}" type="presParOf" srcId="{0471E7DF-047F-4507-A051-2E8C28190225}" destId="{8840C0B2-789B-4A0A-8103-045914A7D4C6}" srcOrd="1" destOrd="0" presId="urn:microsoft.com/office/officeart/2018/2/layout/IconVerticalSolidList"/>
    <dgm:cxn modelId="{D116D882-1506-4365-867C-79F0FF1D5A6A}" type="presParOf" srcId="{0471E7DF-047F-4507-A051-2E8C28190225}" destId="{C203F927-1021-4FBA-9157-91F3AE2AAF4E}" srcOrd="2" destOrd="0" presId="urn:microsoft.com/office/officeart/2018/2/layout/IconVerticalSolidList"/>
    <dgm:cxn modelId="{C395F3CD-71D6-4951-99CC-37F5649D0961}" type="presParOf" srcId="{0471E7DF-047F-4507-A051-2E8C28190225}" destId="{FBFC4CC7-08DB-446C-8BE8-8DF7F089B8E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0F8B14D-A782-455D-B910-374D86A5D648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DCC1A2C4-B7D0-4CC6-9A1E-BC1150DB1DA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de-DE"/>
            <a:t>Abstrakte Klassen -&gt; Was ist es?</a:t>
          </a:r>
          <a:endParaRPr lang="en-US"/>
        </a:p>
      </dgm:t>
    </dgm:pt>
    <dgm:pt modelId="{142F6D12-1CF0-4E57-A9B6-BC7BD053A253}" type="parTrans" cxnId="{A2B1430B-8AFF-404D-A49E-CAE5B52B1C87}">
      <dgm:prSet/>
      <dgm:spPr/>
      <dgm:t>
        <a:bodyPr/>
        <a:lstStyle/>
        <a:p>
          <a:endParaRPr lang="en-US"/>
        </a:p>
      </dgm:t>
    </dgm:pt>
    <dgm:pt modelId="{DA692570-E7CE-44C6-9021-6AC2F1BB3F9E}" type="sibTrans" cxnId="{A2B1430B-8AFF-404D-A49E-CAE5B52B1C87}">
      <dgm:prSet/>
      <dgm:spPr/>
      <dgm:t>
        <a:bodyPr/>
        <a:lstStyle/>
        <a:p>
          <a:endParaRPr lang="en-US"/>
        </a:p>
      </dgm:t>
    </dgm:pt>
    <dgm:pt modelId="{3FBEE95E-690F-4147-95BD-E176BC217DAB}">
      <dgm:prSet/>
      <dgm:spPr/>
      <dgm:t>
        <a:bodyPr/>
        <a:lstStyle/>
        <a:p>
          <a:pPr rtl="0">
            <a:lnSpc>
              <a:spcPct val="100000"/>
            </a:lnSpc>
            <a:defRPr cap="all"/>
          </a:pPr>
          <a:r>
            <a:rPr lang="de-DE"/>
            <a:t>Interface -&gt; </a:t>
          </a:r>
          <a:br>
            <a:rPr lang="de-DE" dirty="0">
              <a:latin typeface="Neue Haas Grotesk Text Pro"/>
            </a:rPr>
          </a:br>
          <a:r>
            <a:rPr lang="de-DE"/>
            <a:t>Was kann es?</a:t>
          </a:r>
          <a:endParaRPr lang="en-US">
            <a:latin typeface="Neue Haas Grotesk Text Pro"/>
          </a:endParaRPr>
        </a:p>
      </dgm:t>
    </dgm:pt>
    <dgm:pt modelId="{1F65CAD3-865D-415E-BB54-07FF54B587A1}" type="parTrans" cxnId="{1BA3768C-008D-4D19-A6B6-06433E61C11A}">
      <dgm:prSet/>
      <dgm:spPr/>
      <dgm:t>
        <a:bodyPr/>
        <a:lstStyle/>
        <a:p>
          <a:endParaRPr lang="en-US"/>
        </a:p>
      </dgm:t>
    </dgm:pt>
    <dgm:pt modelId="{485F4C83-7622-417C-B98F-E3AE9A9881A2}" type="sibTrans" cxnId="{1BA3768C-008D-4D19-A6B6-06433E61C11A}">
      <dgm:prSet/>
      <dgm:spPr/>
      <dgm:t>
        <a:bodyPr/>
        <a:lstStyle/>
        <a:p>
          <a:endParaRPr lang="en-US"/>
        </a:p>
      </dgm:t>
    </dgm:pt>
    <dgm:pt modelId="{C45422E4-053A-4DC9-9212-C06CAA09DCFC}" type="pres">
      <dgm:prSet presAssocID="{90F8B14D-A782-455D-B910-374D86A5D648}" presName="root" presStyleCnt="0">
        <dgm:presLayoutVars>
          <dgm:dir/>
          <dgm:resizeHandles val="exact"/>
        </dgm:presLayoutVars>
      </dgm:prSet>
      <dgm:spPr/>
    </dgm:pt>
    <dgm:pt modelId="{7197ABA1-DE08-44D6-BB2F-1AC94948E65E}" type="pres">
      <dgm:prSet presAssocID="{DCC1A2C4-B7D0-4CC6-9A1E-BC1150DB1DAE}" presName="compNode" presStyleCnt="0"/>
      <dgm:spPr/>
    </dgm:pt>
    <dgm:pt modelId="{24033FA1-6DA8-4796-8425-07FCBF6238B1}" type="pres">
      <dgm:prSet presAssocID="{DCC1A2C4-B7D0-4CC6-9A1E-BC1150DB1DAE}" presName="iconBgRect" presStyleLbl="bgShp" presStyleIdx="0" presStyleCnt="2"/>
      <dgm:spPr/>
    </dgm:pt>
    <dgm:pt modelId="{699FA5C5-DE4E-4324-9D6A-D522DAA41166}" type="pres">
      <dgm:prSet presAssocID="{DCC1A2C4-B7D0-4CC6-9A1E-BC1150DB1DA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lassenzimmer"/>
        </a:ext>
      </dgm:extLst>
    </dgm:pt>
    <dgm:pt modelId="{E9DD825C-20CB-4207-8080-CB4709659D0D}" type="pres">
      <dgm:prSet presAssocID="{DCC1A2C4-B7D0-4CC6-9A1E-BC1150DB1DAE}" presName="spaceRect" presStyleCnt="0"/>
      <dgm:spPr/>
    </dgm:pt>
    <dgm:pt modelId="{7A33913F-8845-48FA-B11D-1250AFA50DCF}" type="pres">
      <dgm:prSet presAssocID="{DCC1A2C4-B7D0-4CC6-9A1E-BC1150DB1DAE}" presName="textRect" presStyleLbl="revTx" presStyleIdx="0" presStyleCnt="2">
        <dgm:presLayoutVars>
          <dgm:chMax val="1"/>
          <dgm:chPref val="1"/>
        </dgm:presLayoutVars>
      </dgm:prSet>
      <dgm:spPr/>
    </dgm:pt>
    <dgm:pt modelId="{4DDA1CEA-1345-4852-A7BF-AC185B2D575D}" type="pres">
      <dgm:prSet presAssocID="{DA692570-E7CE-44C6-9021-6AC2F1BB3F9E}" presName="sibTrans" presStyleCnt="0"/>
      <dgm:spPr/>
    </dgm:pt>
    <dgm:pt modelId="{EA78875B-9FA6-4F3A-B98E-9B277096D5DE}" type="pres">
      <dgm:prSet presAssocID="{3FBEE95E-690F-4147-95BD-E176BC217DAB}" presName="compNode" presStyleCnt="0"/>
      <dgm:spPr/>
    </dgm:pt>
    <dgm:pt modelId="{53F1D1FC-F7B8-4BF7-B20E-A72C497A03CD}" type="pres">
      <dgm:prSet presAssocID="{3FBEE95E-690F-4147-95BD-E176BC217DAB}" presName="iconBgRect" presStyleLbl="bgShp" presStyleIdx="1" presStyleCnt="2"/>
      <dgm:spPr/>
    </dgm:pt>
    <dgm:pt modelId="{DB543035-C4F9-40EA-AA16-17714DBC18CD}" type="pres">
      <dgm:prSet presAssocID="{3FBEE95E-690F-4147-95BD-E176BC217DA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0FD85E13-BD86-4665-8D19-7C6412D64E45}" type="pres">
      <dgm:prSet presAssocID="{3FBEE95E-690F-4147-95BD-E176BC217DAB}" presName="spaceRect" presStyleCnt="0"/>
      <dgm:spPr/>
    </dgm:pt>
    <dgm:pt modelId="{19D1E7BD-B92B-4E00-AF3B-F343B251006D}" type="pres">
      <dgm:prSet presAssocID="{3FBEE95E-690F-4147-95BD-E176BC217DAB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A2B1430B-8AFF-404D-A49E-CAE5B52B1C87}" srcId="{90F8B14D-A782-455D-B910-374D86A5D648}" destId="{DCC1A2C4-B7D0-4CC6-9A1E-BC1150DB1DAE}" srcOrd="0" destOrd="0" parTransId="{142F6D12-1CF0-4E57-A9B6-BC7BD053A253}" sibTransId="{DA692570-E7CE-44C6-9021-6AC2F1BB3F9E}"/>
    <dgm:cxn modelId="{643FE931-E7D7-4745-9F5D-4DD441069160}" type="presOf" srcId="{3FBEE95E-690F-4147-95BD-E176BC217DAB}" destId="{19D1E7BD-B92B-4E00-AF3B-F343B251006D}" srcOrd="0" destOrd="0" presId="urn:microsoft.com/office/officeart/2018/5/layout/IconCircleLabelList"/>
    <dgm:cxn modelId="{C996947A-84F9-4C24-984B-7D896AF1F746}" type="presOf" srcId="{DCC1A2C4-B7D0-4CC6-9A1E-BC1150DB1DAE}" destId="{7A33913F-8845-48FA-B11D-1250AFA50DCF}" srcOrd="0" destOrd="0" presId="urn:microsoft.com/office/officeart/2018/5/layout/IconCircleLabelList"/>
    <dgm:cxn modelId="{1BA3768C-008D-4D19-A6B6-06433E61C11A}" srcId="{90F8B14D-A782-455D-B910-374D86A5D648}" destId="{3FBEE95E-690F-4147-95BD-E176BC217DAB}" srcOrd="1" destOrd="0" parTransId="{1F65CAD3-865D-415E-BB54-07FF54B587A1}" sibTransId="{485F4C83-7622-417C-B98F-E3AE9A9881A2}"/>
    <dgm:cxn modelId="{63C934E2-D2E3-4D7C-8F6B-8F448F10560C}" type="presOf" srcId="{90F8B14D-A782-455D-B910-374D86A5D648}" destId="{C45422E4-053A-4DC9-9212-C06CAA09DCFC}" srcOrd="0" destOrd="0" presId="urn:microsoft.com/office/officeart/2018/5/layout/IconCircleLabelList"/>
    <dgm:cxn modelId="{24DFB007-DA2A-422A-9CB1-E0A5F744EE3B}" type="presParOf" srcId="{C45422E4-053A-4DC9-9212-C06CAA09DCFC}" destId="{7197ABA1-DE08-44D6-BB2F-1AC94948E65E}" srcOrd="0" destOrd="0" presId="urn:microsoft.com/office/officeart/2018/5/layout/IconCircleLabelList"/>
    <dgm:cxn modelId="{E6A28AF6-799F-45A8-A818-BA7A3868C297}" type="presParOf" srcId="{7197ABA1-DE08-44D6-BB2F-1AC94948E65E}" destId="{24033FA1-6DA8-4796-8425-07FCBF6238B1}" srcOrd="0" destOrd="0" presId="urn:microsoft.com/office/officeart/2018/5/layout/IconCircleLabelList"/>
    <dgm:cxn modelId="{5BE33A45-90D8-4A61-96B2-2C2E7C8E9625}" type="presParOf" srcId="{7197ABA1-DE08-44D6-BB2F-1AC94948E65E}" destId="{699FA5C5-DE4E-4324-9D6A-D522DAA41166}" srcOrd="1" destOrd="0" presId="urn:microsoft.com/office/officeart/2018/5/layout/IconCircleLabelList"/>
    <dgm:cxn modelId="{66890609-38B4-44E8-AE34-A624D0105EF4}" type="presParOf" srcId="{7197ABA1-DE08-44D6-BB2F-1AC94948E65E}" destId="{E9DD825C-20CB-4207-8080-CB4709659D0D}" srcOrd="2" destOrd="0" presId="urn:microsoft.com/office/officeart/2018/5/layout/IconCircleLabelList"/>
    <dgm:cxn modelId="{1AA265E0-CCA0-46DB-A2DA-3F3BC60436A8}" type="presParOf" srcId="{7197ABA1-DE08-44D6-BB2F-1AC94948E65E}" destId="{7A33913F-8845-48FA-B11D-1250AFA50DCF}" srcOrd="3" destOrd="0" presId="urn:microsoft.com/office/officeart/2018/5/layout/IconCircleLabelList"/>
    <dgm:cxn modelId="{6039EC5E-487F-4C3C-A413-8D070440640D}" type="presParOf" srcId="{C45422E4-053A-4DC9-9212-C06CAA09DCFC}" destId="{4DDA1CEA-1345-4852-A7BF-AC185B2D575D}" srcOrd="1" destOrd="0" presId="urn:microsoft.com/office/officeart/2018/5/layout/IconCircleLabelList"/>
    <dgm:cxn modelId="{C28C1B62-34CD-422E-A333-DCB4D82A1CDD}" type="presParOf" srcId="{C45422E4-053A-4DC9-9212-C06CAA09DCFC}" destId="{EA78875B-9FA6-4F3A-B98E-9B277096D5DE}" srcOrd="2" destOrd="0" presId="urn:microsoft.com/office/officeart/2018/5/layout/IconCircleLabelList"/>
    <dgm:cxn modelId="{8527D19E-1B56-403E-80D7-D4AE1422387D}" type="presParOf" srcId="{EA78875B-9FA6-4F3A-B98E-9B277096D5DE}" destId="{53F1D1FC-F7B8-4BF7-B20E-A72C497A03CD}" srcOrd="0" destOrd="0" presId="urn:microsoft.com/office/officeart/2018/5/layout/IconCircleLabelList"/>
    <dgm:cxn modelId="{D039E6BA-8239-4F64-AAA8-0F056A64A8D4}" type="presParOf" srcId="{EA78875B-9FA6-4F3A-B98E-9B277096D5DE}" destId="{DB543035-C4F9-40EA-AA16-17714DBC18CD}" srcOrd="1" destOrd="0" presId="urn:microsoft.com/office/officeart/2018/5/layout/IconCircleLabelList"/>
    <dgm:cxn modelId="{295425EC-32F7-4C0C-A2D8-353E300019F4}" type="presParOf" srcId="{EA78875B-9FA6-4F3A-B98E-9B277096D5DE}" destId="{0FD85E13-BD86-4665-8D19-7C6412D64E45}" srcOrd="2" destOrd="0" presId="urn:microsoft.com/office/officeart/2018/5/layout/IconCircleLabelList"/>
    <dgm:cxn modelId="{40F6D7C6-4DF7-4508-84D6-905A6B16103E}" type="presParOf" srcId="{EA78875B-9FA6-4F3A-B98E-9B277096D5DE}" destId="{19D1E7BD-B92B-4E00-AF3B-F343B251006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A398E9-84F3-4FF9-B9EB-7E6AB8E667C9}">
      <dsp:nvSpPr>
        <dsp:cNvPr id="0" name=""/>
        <dsp:cNvSpPr/>
      </dsp:nvSpPr>
      <dsp:spPr>
        <a:xfrm>
          <a:off x="0" y="4520"/>
          <a:ext cx="6949440" cy="9629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A50348-6AB2-408B-84A0-AB141440D168}">
      <dsp:nvSpPr>
        <dsp:cNvPr id="0" name=""/>
        <dsp:cNvSpPr/>
      </dsp:nvSpPr>
      <dsp:spPr>
        <a:xfrm>
          <a:off x="291287" y="221180"/>
          <a:ext cx="529612" cy="5296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3C669C-55CF-41DB-8322-731AB44C85C7}">
      <dsp:nvSpPr>
        <dsp:cNvPr id="0" name=""/>
        <dsp:cNvSpPr/>
      </dsp:nvSpPr>
      <dsp:spPr>
        <a:xfrm>
          <a:off x="1112187" y="4520"/>
          <a:ext cx="5837252" cy="962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910" tIns="101910" rIns="101910" bIns="101910" numCol="1" spcCol="1270" anchor="ctr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>
              <a:latin typeface="Ink Free"/>
            </a:rPr>
            <a:t>Was ist ein Interface?</a:t>
          </a:r>
          <a:endParaRPr lang="en-US" sz="1900" kern="1200">
            <a:latin typeface="Ink Free"/>
          </a:endParaRPr>
        </a:p>
      </dsp:txBody>
      <dsp:txXfrm>
        <a:off x="1112187" y="4520"/>
        <a:ext cx="5837252" cy="962932"/>
      </dsp:txXfrm>
    </dsp:sp>
    <dsp:sp modelId="{9617E954-38CA-4E54-B5AB-8F58F1C83460}">
      <dsp:nvSpPr>
        <dsp:cNvPr id="0" name=""/>
        <dsp:cNvSpPr/>
      </dsp:nvSpPr>
      <dsp:spPr>
        <a:xfrm>
          <a:off x="0" y="1208186"/>
          <a:ext cx="6949440" cy="9629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26B183-989F-4147-9258-303AFAF57E80}">
      <dsp:nvSpPr>
        <dsp:cNvPr id="0" name=""/>
        <dsp:cNvSpPr/>
      </dsp:nvSpPr>
      <dsp:spPr>
        <a:xfrm>
          <a:off x="291287" y="1424846"/>
          <a:ext cx="529612" cy="5296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B0FDD3-9AFE-43FC-8F8C-B911FD5C10DA}">
      <dsp:nvSpPr>
        <dsp:cNvPr id="0" name=""/>
        <dsp:cNvSpPr/>
      </dsp:nvSpPr>
      <dsp:spPr>
        <a:xfrm>
          <a:off x="1112187" y="1208186"/>
          <a:ext cx="5837252" cy="962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910" tIns="101910" rIns="101910" bIns="10191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>
              <a:latin typeface="Ink Free"/>
            </a:rPr>
            <a:t>Was ist eine abstrakte Klasse?</a:t>
          </a:r>
          <a:endParaRPr lang="en-US" sz="1900" kern="1200">
            <a:latin typeface="Ink Free"/>
          </a:endParaRPr>
        </a:p>
      </dsp:txBody>
      <dsp:txXfrm>
        <a:off x="1112187" y="1208186"/>
        <a:ext cx="5837252" cy="962932"/>
      </dsp:txXfrm>
    </dsp:sp>
    <dsp:sp modelId="{F6AA7BEE-C694-4AC4-9317-F4E61F6DBE94}">
      <dsp:nvSpPr>
        <dsp:cNvPr id="0" name=""/>
        <dsp:cNvSpPr/>
      </dsp:nvSpPr>
      <dsp:spPr>
        <a:xfrm>
          <a:off x="0" y="2411852"/>
          <a:ext cx="6949440" cy="9629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129ED0-5FC7-4C52-B89C-EDB3D0D1E322}">
      <dsp:nvSpPr>
        <dsp:cNvPr id="0" name=""/>
        <dsp:cNvSpPr/>
      </dsp:nvSpPr>
      <dsp:spPr>
        <a:xfrm>
          <a:off x="291287" y="2628512"/>
          <a:ext cx="529612" cy="5296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19A31E-5A8F-4140-9326-75BD9492828D}">
      <dsp:nvSpPr>
        <dsp:cNvPr id="0" name=""/>
        <dsp:cNvSpPr/>
      </dsp:nvSpPr>
      <dsp:spPr>
        <a:xfrm>
          <a:off x="1112187" y="2411852"/>
          <a:ext cx="5837252" cy="962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910" tIns="101910" rIns="101910" bIns="10191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>
              <a:latin typeface="Ink Free"/>
            </a:rPr>
            <a:t>Unterschied?</a:t>
          </a:r>
          <a:endParaRPr lang="en-US" sz="1900" kern="1200">
            <a:latin typeface="Ink Free"/>
          </a:endParaRPr>
        </a:p>
      </dsp:txBody>
      <dsp:txXfrm>
        <a:off x="1112187" y="2411852"/>
        <a:ext cx="5837252" cy="962932"/>
      </dsp:txXfrm>
    </dsp:sp>
    <dsp:sp modelId="{D69D7F0A-929C-4193-B64F-6739C016A552}">
      <dsp:nvSpPr>
        <dsp:cNvPr id="0" name=""/>
        <dsp:cNvSpPr/>
      </dsp:nvSpPr>
      <dsp:spPr>
        <a:xfrm>
          <a:off x="0" y="3615517"/>
          <a:ext cx="6949440" cy="9629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646DCA-71E9-43FA-8918-C8DD22CAE082}">
      <dsp:nvSpPr>
        <dsp:cNvPr id="0" name=""/>
        <dsp:cNvSpPr/>
      </dsp:nvSpPr>
      <dsp:spPr>
        <a:xfrm>
          <a:off x="291287" y="3832177"/>
          <a:ext cx="529612" cy="52961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045AA4-CD80-4B9C-83AC-D3B54087E40C}">
      <dsp:nvSpPr>
        <dsp:cNvPr id="0" name=""/>
        <dsp:cNvSpPr/>
      </dsp:nvSpPr>
      <dsp:spPr>
        <a:xfrm>
          <a:off x="1112187" y="3615517"/>
          <a:ext cx="5837252" cy="962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910" tIns="101910" rIns="101910" bIns="10191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>
              <a:latin typeface="Ink Free"/>
            </a:rPr>
            <a:t>Programmiersprachen die Interfaces/abstrakte Klassen verwenden</a:t>
          </a:r>
          <a:endParaRPr lang="en-US" sz="1900" kern="1200">
            <a:latin typeface="Ink Free"/>
          </a:endParaRPr>
        </a:p>
      </dsp:txBody>
      <dsp:txXfrm>
        <a:off x="1112187" y="3615517"/>
        <a:ext cx="5837252" cy="962932"/>
      </dsp:txXfrm>
    </dsp:sp>
    <dsp:sp modelId="{CAAB32CB-D9E1-47E4-8713-613B31B6DA56}">
      <dsp:nvSpPr>
        <dsp:cNvPr id="0" name=""/>
        <dsp:cNvSpPr/>
      </dsp:nvSpPr>
      <dsp:spPr>
        <a:xfrm>
          <a:off x="0" y="4819183"/>
          <a:ext cx="6949440" cy="9629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32A968-70EA-476F-8B7D-DA0A908BB657}">
      <dsp:nvSpPr>
        <dsp:cNvPr id="0" name=""/>
        <dsp:cNvSpPr/>
      </dsp:nvSpPr>
      <dsp:spPr>
        <a:xfrm>
          <a:off x="291287" y="5035843"/>
          <a:ext cx="529612" cy="52961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A65EBC-DC84-4649-97A8-F8C0F9C2250F}">
      <dsp:nvSpPr>
        <dsp:cNvPr id="0" name=""/>
        <dsp:cNvSpPr/>
      </dsp:nvSpPr>
      <dsp:spPr>
        <a:xfrm>
          <a:off x="1112187" y="4819183"/>
          <a:ext cx="5837252" cy="962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910" tIns="101910" rIns="101910" bIns="10191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>
              <a:latin typeface="Ink Free"/>
            </a:rPr>
            <a:t>Beispiele</a:t>
          </a:r>
          <a:endParaRPr lang="en-US" sz="1900" kern="1200">
            <a:latin typeface="Ink Free"/>
          </a:endParaRPr>
        </a:p>
      </dsp:txBody>
      <dsp:txXfrm>
        <a:off x="1112187" y="4819183"/>
        <a:ext cx="5837252" cy="9629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3CB148-C8D5-40C2-8EE4-5502FF1B0A54}">
      <dsp:nvSpPr>
        <dsp:cNvPr id="0" name=""/>
        <dsp:cNvSpPr/>
      </dsp:nvSpPr>
      <dsp:spPr>
        <a:xfrm>
          <a:off x="0" y="706"/>
          <a:ext cx="6949440" cy="16529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E738A1-63C9-4443-A1EB-0DEA875A5D17}">
      <dsp:nvSpPr>
        <dsp:cNvPr id="0" name=""/>
        <dsp:cNvSpPr/>
      </dsp:nvSpPr>
      <dsp:spPr>
        <a:xfrm>
          <a:off x="500008" y="372613"/>
          <a:ext cx="909106" cy="9091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8DD14D-C84A-4047-AA86-911435A00732}">
      <dsp:nvSpPr>
        <dsp:cNvPr id="0" name=""/>
        <dsp:cNvSpPr/>
      </dsp:nvSpPr>
      <dsp:spPr>
        <a:xfrm>
          <a:off x="1909124" y="706"/>
          <a:ext cx="5040315" cy="1652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934" tIns="174934" rIns="174934" bIns="17493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>
              <a:latin typeface="Ink Free"/>
            </a:rPr>
            <a:t>Ein Interface ist eine gewisse Art Bauplan für erbende Klassen, wo festgelegt wird, welche Methoden die Klassen grundlegend haben muss.</a:t>
          </a:r>
          <a:endParaRPr lang="en-US" sz="2200" kern="1200">
            <a:latin typeface="Ink Free"/>
          </a:endParaRPr>
        </a:p>
      </dsp:txBody>
      <dsp:txXfrm>
        <a:off x="1909124" y="706"/>
        <a:ext cx="5040315" cy="1652921"/>
      </dsp:txXfrm>
    </dsp:sp>
    <dsp:sp modelId="{81490E7C-B3BA-4C13-8987-70BCD08EB4A1}">
      <dsp:nvSpPr>
        <dsp:cNvPr id="0" name=""/>
        <dsp:cNvSpPr/>
      </dsp:nvSpPr>
      <dsp:spPr>
        <a:xfrm>
          <a:off x="0" y="2066858"/>
          <a:ext cx="6949440" cy="16529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486275-8C55-4C4A-AA59-2F06462D6358}">
      <dsp:nvSpPr>
        <dsp:cNvPr id="0" name=""/>
        <dsp:cNvSpPr/>
      </dsp:nvSpPr>
      <dsp:spPr>
        <a:xfrm>
          <a:off x="500008" y="2438765"/>
          <a:ext cx="909106" cy="9091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1BA709-B22D-48B8-8370-58C13A3851ED}">
      <dsp:nvSpPr>
        <dsp:cNvPr id="0" name=""/>
        <dsp:cNvSpPr/>
      </dsp:nvSpPr>
      <dsp:spPr>
        <a:xfrm>
          <a:off x="1909124" y="2066858"/>
          <a:ext cx="5040315" cy="1652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934" tIns="174934" rIns="174934" bIns="17493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>
              <a:latin typeface="Ink Free"/>
            </a:rPr>
            <a:t>Erbende Klassen können weitere Methoden hinzufügen.</a:t>
          </a:r>
          <a:endParaRPr lang="en-US" sz="2200" kern="1200">
            <a:latin typeface="Ink Free"/>
          </a:endParaRPr>
        </a:p>
      </dsp:txBody>
      <dsp:txXfrm>
        <a:off x="1909124" y="2066858"/>
        <a:ext cx="5040315" cy="1652921"/>
      </dsp:txXfrm>
    </dsp:sp>
    <dsp:sp modelId="{92A97503-A3AD-44AB-B90C-0C1A8DE766FD}">
      <dsp:nvSpPr>
        <dsp:cNvPr id="0" name=""/>
        <dsp:cNvSpPr/>
      </dsp:nvSpPr>
      <dsp:spPr>
        <a:xfrm>
          <a:off x="0" y="4133010"/>
          <a:ext cx="6949440" cy="16529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40C0B2-789B-4A0A-8103-045914A7D4C6}">
      <dsp:nvSpPr>
        <dsp:cNvPr id="0" name=""/>
        <dsp:cNvSpPr/>
      </dsp:nvSpPr>
      <dsp:spPr>
        <a:xfrm>
          <a:off x="500008" y="4504917"/>
          <a:ext cx="909106" cy="90910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FC4CC7-08DB-446C-8BE8-8DF7F089B8E7}">
      <dsp:nvSpPr>
        <dsp:cNvPr id="0" name=""/>
        <dsp:cNvSpPr/>
      </dsp:nvSpPr>
      <dsp:spPr>
        <a:xfrm>
          <a:off x="1909124" y="4133010"/>
          <a:ext cx="5040315" cy="1652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934" tIns="174934" rIns="174934" bIns="17493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>
              <a:latin typeface="Ink Free"/>
            </a:rPr>
            <a:t>Die vererbten Methoden sind LEER.</a:t>
          </a:r>
          <a:endParaRPr lang="en-US" sz="2200" kern="1200">
            <a:latin typeface="Ink Free"/>
          </a:endParaRPr>
        </a:p>
      </dsp:txBody>
      <dsp:txXfrm>
        <a:off x="1909124" y="4133010"/>
        <a:ext cx="5040315" cy="165292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033FA1-6DA8-4796-8425-07FCBF6238B1}">
      <dsp:nvSpPr>
        <dsp:cNvPr id="0" name=""/>
        <dsp:cNvSpPr/>
      </dsp:nvSpPr>
      <dsp:spPr>
        <a:xfrm>
          <a:off x="1954675" y="233215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9FA5C5-DE4E-4324-9D6A-D522DAA41166}">
      <dsp:nvSpPr>
        <dsp:cNvPr id="0" name=""/>
        <dsp:cNvSpPr/>
      </dsp:nvSpPr>
      <dsp:spPr>
        <a:xfrm>
          <a:off x="2422675" y="701215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33913F-8845-48FA-B11D-1250AFA50DCF}">
      <dsp:nvSpPr>
        <dsp:cNvPr id="0" name=""/>
        <dsp:cNvSpPr/>
      </dsp:nvSpPr>
      <dsp:spPr>
        <a:xfrm>
          <a:off x="1252675" y="3113215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e-DE" sz="2300" kern="1200"/>
            <a:t>Abstrakte Klassen -&gt; Was ist es?</a:t>
          </a:r>
          <a:endParaRPr lang="en-US" sz="2300" kern="1200"/>
        </a:p>
      </dsp:txBody>
      <dsp:txXfrm>
        <a:off x="1252675" y="3113215"/>
        <a:ext cx="3600000" cy="720000"/>
      </dsp:txXfrm>
    </dsp:sp>
    <dsp:sp modelId="{53F1D1FC-F7B8-4BF7-B20E-A72C497A03CD}">
      <dsp:nvSpPr>
        <dsp:cNvPr id="0" name=""/>
        <dsp:cNvSpPr/>
      </dsp:nvSpPr>
      <dsp:spPr>
        <a:xfrm>
          <a:off x="6184675" y="233215"/>
          <a:ext cx="2196000" cy="2196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543035-C4F9-40EA-AA16-17714DBC18CD}">
      <dsp:nvSpPr>
        <dsp:cNvPr id="0" name=""/>
        <dsp:cNvSpPr/>
      </dsp:nvSpPr>
      <dsp:spPr>
        <a:xfrm>
          <a:off x="6652675" y="701215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D1E7BD-B92B-4E00-AF3B-F343B251006D}">
      <dsp:nvSpPr>
        <dsp:cNvPr id="0" name=""/>
        <dsp:cNvSpPr/>
      </dsp:nvSpPr>
      <dsp:spPr>
        <a:xfrm>
          <a:off x="5482675" y="3113215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e-DE" sz="2300" kern="1200"/>
            <a:t>Interface -&gt; </a:t>
          </a:r>
          <a:br>
            <a:rPr lang="de-DE" sz="2300" kern="1200" dirty="0">
              <a:latin typeface="Neue Haas Grotesk Text Pro"/>
            </a:rPr>
          </a:br>
          <a:r>
            <a:rPr lang="de-DE" sz="2300" kern="1200"/>
            <a:t>Was kann es?</a:t>
          </a:r>
          <a:endParaRPr lang="en-US" sz="2300" kern="1200">
            <a:latin typeface="Neue Haas Grotesk Text Pro"/>
          </a:endParaRPr>
        </a:p>
      </dsp:txBody>
      <dsp:txXfrm>
        <a:off x="5482675" y="3113215"/>
        <a:ext cx="36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144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982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991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484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877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143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501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491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620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353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597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23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E5473D2-DD46-DFAF-84EC-264D6CE58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7843394" y="1585762"/>
            <a:ext cx="3788767" cy="2811737"/>
          </a:xfrm>
        </p:spPr>
        <p:txBody>
          <a:bodyPr>
            <a:normAutofit/>
          </a:bodyPr>
          <a:lstStyle/>
          <a:p>
            <a:pPr algn="l"/>
            <a:r>
              <a:rPr lang="de-DE" sz="4400" dirty="0">
                <a:latin typeface="Ink Free"/>
              </a:rPr>
              <a:t>Interface vs. abstrakte Klassen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7843395" y="4524046"/>
            <a:ext cx="3614857" cy="131995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de-DE" b="1" dirty="0">
                <a:latin typeface="Ink Free"/>
              </a:rPr>
              <a:t>"Stell dir vor du kannst es, jetzt mach es." - Herr Schütz, </a:t>
            </a:r>
            <a:r>
              <a:rPr lang="de-DE" b="1">
                <a:latin typeface="Ink Free"/>
              </a:rPr>
              <a:t>2025</a:t>
            </a:r>
            <a:endParaRPr lang="de-DE" b="1" dirty="0">
              <a:latin typeface="Ink Free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4DE3A4-A91A-6E22-A7BF-2EE37C1292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169" r="-1" b="-1"/>
          <a:stretch>
            <a:fillRect/>
          </a:stretch>
        </p:blipFill>
        <p:spPr>
          <a:xfrm>
            <a:off x="2" y="10"/>
            <a:ext cx="736775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499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51922D2-D397-9EA4-A66D-55B0884D1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7CBD8F4-9593-6924-B4CE-05088BAFE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9"/>
            <a:ext cx="3494314" cy="5786638"/>
          </a:xfrm>
        </p:spPr>
        <p:txBody>
          <a:bodyPr anchor="t">
            <a:normAutofit/>
          </a:bodyPr>
          <a:lstStyle/>
          <a:p>
            <a:r>
              <a:rPr lang="de-DE" dirty="0">
                <a:latin typeface="Ink Free"/>
              </a:rPr>
              <a:t>Agenda</a:t>
            </a: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BF443DA0-16D3-B778-9F94-FF29360820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018449"/>
              </p:ext>
            </p:extLst>
          </p:nvPr>
        </p:nvGraphicFramePr>
        <p:xfrm>
          <a:off x="4608246" y="548640"/>
          <a:ext cx="6949440" cy="5786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16694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94B2383-B04B-C3DA-C192-BE1D327FD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de-DE" sz="4000">
                <a:latin typeface="Ink Free"/>
              </a:rPr>
              <a:t>Was ist ein Interface</a:t>
            </a: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3361B850-A714-84AD-414A-706C88856D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7011026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40117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0D473E-027A-1A69-872C-15C0277DB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B79CA-1CB8-A133-67D7-E2B7AC1F94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ACDC9EB-C2A2-FAB1-3630-9CFA69D7F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522" y="849085"/>
            <a:ext cx="3602356" cy="5179925"/>
          </a:xfrm>
        </p:spPr>
        <p:txBody>
          <a:bodyPr anchor="ctr">
            <a:normAutofit/>
          </a:bodyPr>
          <a:lstStyle/>
          <a:p>
            <a:r>
              <a:rPr lang="de-DE" dirty="0">
                <a:latin typeface="Ink Free"/>
              </a:rPr>
              <a:t>Was ist eine abstrakte Klasse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3DF45D3-9BEF-7FF4-D5AF-9E488DE18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7394" y="849085"/>
            <a:ext cx="6144768" cy="517992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z="1800">
                <a:latin typeface="Ink Free"/>
              </a:rPr>
              <a:t>Sind Baupläne für Klassen, die jedoch nicht direkt instanziiert werden können.</a:t>
            </a:r>
          </a:p>
          <a:p>
            <a:r>
              <a:rPr lang="de-DE" sz="1800">
                <a:latin typeface="Ink Free"/>
              </a:rPr>
              <a:t>Sie können: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de-DE">
                <a:latin typeface="Ink Free"/>
              </a:rPr>
              <a:t>Attribute</a:t>
            </a:r>
            <a:r>
              <a:rPr lang="de-DE" dirty="0">
                <a:latin typeface="Ink Free"/>
              </a:rPr>
              <a:t> und konkrete Methoden enthalten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de-DE">
                <a:latin typeface="Ink Free"/>
              </a:rPr>
              <a:t>Abstrakte Methoden enthalten (ohne Implementierung)</a:t>
            </a:r>
            <a:endParaRPr lang="de-DE" dirty="0">
              <a:latin typeface="Ink Free"/>
            </a:endParaRPr>
          </a:p>
          <a:p>
            <a:r>
              <a:rPr lang="de-DE" sz="1800">
                <a:latin typeface="Ink Free"/>
              </a:rPr>
              <a:t>Subklassen MÜSSEN die abstrakten Methoden implementieren.</a:t>
            </a:r>
          </a:p>
          <a:p>
            <a:endParaRPr lang="de-DE" sz="1800">
              <a:latin typeface="Ink Free"/>
            </a:endParaRPr>
          </a:p>
        </p:txBody>
      </p:sp>
    </p:spTree>
    <p:extLst>
      <p:ext uri="{BB962C8B-B14F-4D97-AF65-F5344CB8AC3E}">
        <p14:creationId xmlns:p14="http://schemas.microsoft.com/office/powerpoint/2010/main" val="2879025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6A11C6-B9A9-83DC-C5EE-11EE9FE9C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de-DE" dirty="0">
                <a:latin typeface="Ink Free"/>
              </a:rPr>
              <a:t>Unterschied</a:t>
            </a:r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2DDDC72-0962-10DF-BD30-AADB568B36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>
                <a:latin typeface="Ink Free"/>
              </a:rPr>
              <a:t>Abstrakte Klasse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EBE67D3-7BB1-6B71-8860-6F3CA26D856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Calibri" panose="020B0604020202020204" pitchFamily="34" charset="0"/>
              <a:buChar char="-"/>
            </a:pPr>
            <a:r>
              <a:rPr lang="de-DE">
                <a:latin typeface="Ink Free"/>
                <a:ea typeface="+mn-lt"/>
                <a:cs typeface="+mn-lt"/>
              </a:rPr>
              <a:t>Kann fertige Methoden/Attribute </a:t>
            </a:r>
            <a:r>
              <a:rPr lang="de-DE" dirty="0">
                <a:latin typeface="Ink Free"/>
                <a:ea typeface="+mn-lt"/>
                <a:cs typeface="+mn-lt"/>
              </a:rPr>
              <a:t>mitgeben</a:t>
            </a:r>
            <a:endParaRPr lang="de-DE">
              <a:latin typeface="Ink Free"/>
            </a:endParaRPr>
          </a:p>
          <a:p>
            <a:pPr>
              <a:buFont typeface="Calibri" panose="020B0604020202020204" pitchFamily="34" charset="0"/>
              <a:buChar char="-"/>
            </a:pPr>
            <a:r>
              <a:rPr lang="de-DE">
                <a:latin typeface="Ink Free"/>
                <a:ea typeface="+mn-lt"/>
                <a:cs typeface="+mn-lt"/>
              </a:rPr>
              <a:t>Kann auch „unfertige“ Methoden vorgeben</a:t>
            </a:r>
            <a:endParaRPr lang="de-DE" dirty="0">
              <a:latin typeface="Ink Free"/>
              <a:ea typeface="+mn-lt"/>
              <a:cs typeface="+mn-lt"/>
            </a:endParaRPr>
          </a:p>
          <a:p>
            <a:pPr>
              <a:buFont typeface="Calibri" panose="020B0604020202020204" pitchFamily="34" charset="0"/>
              <a:buChar char="-"/>
            </a:pPr>
            <a:r>
              <a:rPr lang="de-DE">
                <a:latin typeface="Ink Free"/>
                <a:ea typeface="+mn-lt"/>
                <a:cs typeface="+mn-lt"/>
              </a:rPr>
              <a:t>Man kann nur </a:t>
            </a:r>
            <a:r>
              <a:rPr lang="de-DE" b="1">
                <a:latin typeface="Ink Free"/>
                <a:ea typeface="+mn-lt"/>
                <a:cs typeface="+mn-lt"/>
              </a:rPr>
              <a:t>eine</a:t>
            </a:r>
            <a:r>
              <a:rPr lang="de-DE">
                <a:latin typeface="Ink Free"/>
                <a:ea typeface="+mn-lt"/>
                <a:cs typeface="+mn-lt"/>
              </a:rPr>
              <a:t> davon erben</a:t>
            </a:r>
            <a:endParaRPr lang="de-DE" dirty="0">
              <a:latin typeface="Ink Free"/>
              <a:ea typeface="+mn-lt"/>
              <a:cs typeface="+mn-lt"/>
            </a:endParaRPr>
          </a:p>
          <a:p>
            <a:pPr>
              <a:buFont typeface="Calibri" panose="020B0604020202020204" pitchFamily="34" charset="0"/>
              <a:buChar char="-"/>
            </a:pPr>
            <a:r>
              <a:rPr lang="de-DE">
                <a:latin typeface="Ink Free"/>
                <a:ea typeface="+mn-lt"/>
                <a:cs typeface="+mn-lt"/>
              </a:rPr>
              <a:t>Stellt eine </a:t>
            </a:r>
            <a:r>
              <a:rPr lang="de-DE" b="1">
                <a:latin typeface="Ink Free"/>
                <a:ea typeface="+mn-lt"/>
                <a:cs typeface="+mn-lt"/>
              </a:rPr>
              <a:t>gemeinsame Basis</a:t>
            </a:r>
            <a:r>
              <a:rPr lang="de-DE">
                <a:latin typeface="Ink Free"/>
                <a:ea typeface="+mn-lt"/>
                <a:cs typeface="+mn-lt"/>
              </a:rPr>
              <a:t> dar</a:t>
            </a:r>
            <a:endParaRPr lang="de-DE">
              <a:latin typeface="Ink Free"/>
            </a:endParaRP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C7BCA75-54C4-114E-CC4A-BEE89D377D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>
                <a:latin typeface="Ink Free"/>
              </a:rPr>
              <a:t>Interface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CFF4718-4AA1-2AEF-A8DF-0E6878F066A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Calibri" panose="020B0604020202020204" pitchFamily="34" charset="0"/>
              <a:buChar char="-"/>
            </a:pPr>
            <a:r>
              <a:rPr lang="de-DE" dirty="0">
                <a:latin typeface="Ink Free"/>
                <a:ea typeface="+mn-lt"/>
                <a:cs typeface="+mn-lt"/>
              </a:rPr>
              <a:t>Gibt nur vor, </a:t>
            </a:r>
            <a:r>
              <a:rPr lang="de-DE" b="1" dirty="0">
                <a:latin typeface="Ink Free"/>
                <a:ea typeface="+mn-lt"/>
                <a:cs typeface="+mn-lt"/>
              </a:rPr>
              <a:t>was vorhanden sein </a:t>
            </a:r>
            <a:r>
              <a:rPr lang="de-DE" b="1">
                <a:latin typeface="Ink Free"/>
                <a:ea typeface="+mn-lt"/>
                <a:cs typeface="+mn-lt"/>
              </a:rPr>
              <a:t>muss</a:t>
            </a:r>
            <a:endParaRPr lang="de-DE" dirty="0">
              <a:latin typeface="Ink Free"/>
              <a:ea typeface="+mn-lt"/>
              <a:cs typeface="+mn-lt"/>
            </a:endParaRP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de-DE" b="1">
                <a:latin typeface="Ink Free"/>
                <a:ea typeface="+mn-lt"/>
                <a:cs typeface="+mn-lt"/>
              </a:rPr>
              <a:t>Keine</a:t>
            </a:r>
            <a:r>
              <a:rPr lang="de-DE" b="1" dirty="0">
                <a:latin typeface="Ink Free"/>
                <a:ea typeface="+mn-lt"/>
                <a:cs typeface="+mn-lt"/>
              </a:rPr>
              <a:t> fertige Logik oder Zustände</a:t>
            </a:r>
            <a:endParaRPr lang="de-DE">
              <a:latin typeface="Ink Free"/>
            </a:endParaRP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de-DE" b="1">
                <a:latin typeface="Ink Free"/>
                <a:ea typeface="+mn-lt"/>
                <a:cs typeface="+mn-lt"/>
              </a:rPr>
              <a:t>Man</a:t>
            </a:r>
            <a:r>
              <a:rPr lang="de-DE" b="1" dirty="0">
                <a:latin typeface="Ink Free"/>
                <a:ea typeface="+mn-lt"/>
                <a:cs typeface="+mn-lt"/>
              </a:rPr>
              <a:t> kann mehrere</a:t>
            </a:r>
            <a:r>
              <a:rPr lang="de-DE" dirty="0">
                <a:latin typeface="Ink Free"/>
                <a:ea typeface="+mn-lt"/>
                <a:cs typeface="+mn-lt"/>
              </a:rPr>
              <a:t> Interfaces umsetzen</a:t>
            </a:r>
            <a:endParaRPr lang="de-DE">
              <a:latin typeface="Ink Free"/>
            </a:endParaRP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de-DE">
                <a:latin typeface="Ink Free"/>
                <a:ea typeface="+mn-lt"/>
                <a:cs typeface="+mn-lt"/>
              </a:rPr>
              <a:t>Beschreibt Fähigkeiten</a:t>
            </a:r>
            <a:endParaRPr lang="de-DE">
              <a:latin typeface="Ink Free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E335797-D606-75E3-8E76-6C8ED0A9B243}"/>
              </a:ext>
            </a:extLst>
          </p:cNvPr>
          <p:cNvSpPr txBox="1"/>
          <p:nvPr/>
        </p:nvSpPr>
        <p:spPr>
          <a:xfrm>
            <a:off x="6302917" y="5832584"/>
            <a:ext cx="504778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dirty="0">
                <a:latin typeface="Ink Free"/>
              </a:rPr>
              <a:t>"Wenn du mich nützt, </a:t>
            </a:r>
            <a:r>
              <a:rPr lang="de-DE">
                <a:latin typeface="Ink Free"/>
              </a:rPr>
              <a:t>musst du folgendes können."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6FAAD64D-DC78-6003-F675-4018C46EC534}"/>
              </a:ext>
            </a:extLst>
          </p:cNvPr>
          <p:cNvSpPr txBox="1"/>
          <p:nvPr/>
        </p:nvSpPr>
        <p:spPr>
          <a:xfrm>
            <a:off x="522868" y="5953389"/>
            <a:ext cx="504778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>
                <a:latin typeface="Ink Free"/>
                <a:ea typeface="+mn-lt"/>
                <a:cs typeface="+mn-lt"/>
              </a:rPr>
              <a:t>"Du bekommst von mir schon einiges mit, aber manches musst du selbst fertig machen.“</a:t>
            </a:r>
            <a:endParaRPr lang="de-DE">
              <a:latin typeface="Ink Free"/>
            </a:endParaRPr>
          </a:p>
        </p:txBody>
      </p:sp>
    </p:spTree>
    <p:extLst>
      <p:ext uri="{BB962C8B-B14F-4D97-AF65-F5344CB8AC3E}">
        <p14:creationId xmlns:p14="http://schemas.microsoft.com/office/powerpoint/2010/main" val="4389052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B5C699-6D20-1C29-9D14-7F7DAED9C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latin typeface="Ink Free"/>
              </a:rPr>
              <a:t>3 Programmiersprachen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C4E604B-CE8D-C00C-867D-BD810319AC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>
                <a:latin typeface="Ink Free"/>
              </a:rPr>
              <a:t>Java</a:t>
            </a:r>
            <a:endParaRPr lang="de-DE" dirty="0">
              <a:latin typeface="Ink Free"/>
            </a:endParaRPr>
          </a:p>
          <a:p>
            <a:r>
              <a:rPr lang="de-DE">
                <a:latin typeface="Ink Free"/>
              </a:rPr>
              <a:t>C#</a:t>
            </a:r>
          </a:p>
          <a:p>
            <a:r>
              <a:rPr lang="de-DE">
                <a:latin typeface="Ink Free"/>
              </a:rPr>
              <a:t>PHP</a:t>
            </a:r>
          </a:p>
          <a:p>
            <a:endParaRPr lang="de-DE" dirty="0">
              <a:latin typeface="Ink Free"/>
            </a:endParaRPr>
          </a:p>
          <a:p>
            <a:endParaRPr lang="de-DE" dirty="0">
              <a:latin typeface="Ink Free"/>
            </a:endParaRPr>
          </a:p>
        </p:txBody>
      </p:sp>
    </p:spTree>
    <p:extLst>
      <p:ext uri="{BB962C8B-B14F-4D97-AF65-F5344CB8AC3E}">
        <p14:creationId xmlns:p14="http://schemas.microsoft.com/office/powerpoint/2010/main" val="3538877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B5DD8E8-5BCC-BC44-30E7-5EF44A56DC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1224E38-EE97-DE8A-A345-4B2C8ECE9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467" y="1069848"/>
            <a:ext cx="5260465" cy="1353312"/>
          </a:xfrm>
        </p:spPr>
        <p:txBody>
          <a:bodyPr anchor="b">
            <a:normAutofit/>
          </a:bodyPr>
          <a:lstStyle/>
          <a:p>
            <a:r>
              <a:rPr lang="de-DE" dirty="0"/>
              <a:t>Beispiele</a:t>
            </a:r>
          </a:p>
        </p:txBody>
      </p:sp>
      <p:pic>
        <p:nvPicPr>
          <p:cNvPr id="6" name="Inhaltsplatzhalter 5" descr="Ein Bild, das Text, Schrift, Screenshot enthält.">
            <a:extLst>
              <a:ext uri="{FF2B5EF4-FFF2-40B4-BE49-F238E27FC236}">
                <a16:creationId xmlns:a16="http://schemas.microsoft.com/office/drawing/2014/main" id="{E2DF0FC7-D7A4-1D8C-A9DC-24F63C9E67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38527" y="793115"/>
            <a:ext cx="7366888" cy="2947163"/>
          </a:xfrm>
          <a:prstGeom prst="rect">
            <a:avLst/>
          </a:prstGeom>
        </p:spPr>
      </p:pic>
      <p:pic>
        <p:nvPicPr>
          <p:cNvPr id="7" name="Grafik 6" descr="Ein Bild, das Schrift, Tex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9D991C92-53D5-0685-0936-74310EFEF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9272" y="3738245"/>
            <a:ext cx="7364095" cy="2358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183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1A22726-DA03-BCB0-F12E-98258FB7E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7158497-F24A-F1DA-4229-0CCEECEAE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48640"/>
            <a:ext cx="9160475" cy="1132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de-DE">
                <a:latin typeface="Ink Free"/>
              </a:rPr>
              <a:t>Fazit</a:t>
            </a: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C417EED5-7B50-55AA-D5FE-0D6CC071E2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3103918"/>
              </p:ext>
            </p:extLst>
          </p:nvPr>
        </p:nvGraphicFramePr>
        <p:xfrm>
          <a:off x="930876" y="2037806"/>
          <a:ext cx="10335350" cy="406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72973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40A7190-01C3-EB5F-290B-2565AB617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30F3598-5D14-1C21-F3BC-0DB113C30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9375" y="1311217"/>
            <a:ext cx="4175184" cy="248440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285750" indent="-285750"/>
            <a:r>
              <a:rPr lang="en-US" sz="4000" dirty="0"/>
              <a:t>Danke </a:t>
            </a:r>
            <a:r>
              <a:rPr lang="en-US" sz="4000" dirty="0" err="1"/>
              <a:t>Tschüss</a:t>
            </a:r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BA51B2EB-170D-6709-4946-E641C07037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68083" y="859715"/>
            <a:ext cx="5119032" cy="5119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165420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9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0" baseType="lpstr">
      <vt:lpstr>VanillaVTI</vt:lpstr>
      <vt:lpstr>Interface vs. abstrakte Klassen</vt:lpstr>
      <vt:lpstr>Agenda</vt:lpstr>
      <vt:lpstr>Was ist ein Interface</vt:lpstr>
      <vt:lpstr>Was ist eine abstrakte Klasse</vt:lpstr>
      <vt:lpstr>Unterschied</vt:lpstr>
      <vt:lpstr>3 Programmiersprachen</vt:lpstr>
      <vt:lpstr>Beispiele</vt:lpstr>
      <vt:lpstr>Fazit</vt:lpstr>
      <vt:lpstr>Danke Tschüss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199</cp:revision>
  <dcterms:created xsi:type="dcterms:W3CDTF">2026-02-11T10:06:51Z</dcterms:created>
  <dcterms:modified xsi:type="dcterms:W3CDTF">2026-02-18T13:02:22Z</dcterms:modified>
</cp:coreProperties>
</file>