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user" initials="v" lastIdx="1" clrIdx="0">
    <p:extLst>
      <p:ext uri="{19B8F6BF-5375-455C-9EA6-DF929625EA0E}">
        <p15:presenceInfo xmlns:p15="http://schemas.microsoft.com/office/powerpoint/2012/main" userId="vi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F6740-D779-48AA-B77D-7382901982D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73B0C-C831-4382-9E98-D77CFAC264D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6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73B0C-C831-4382-9E98-D77CFAC264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03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73B0C-C831-4382-9E98-D77CFAC264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21867"/>
      </p:ext>
    </p:extLst>
  </p:cSld>
  <p:clrMapOvr>
    <a:masterClrMapping/>
  </p:clrMapOvr>
  <p:transition spd="med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57234"/>
      </p:ext>
    </p:extLst>
  </p:cSld>
  <p:clrMapOvr>
    <a:masterClrMapping/>
  </p:clrMapOvr>
  <p:transition spd="med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23594"/>
      </p:ext>
    </p:extLst>
  </p:cSld>
  <p:clrMapOvr>
    <a:masterClrMapping/>
  </p:clrMapOvr>
  <p:transition spd="med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4401"/>
      </p:ext>
    </p:extLst>
  </p:cSld>
  <p:clrMapOvr>
    <a:masterClrMapping/>
  </p:clrMapOvr>
  <p:transition spd="med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90064"/>
      </p:ext>
    </p:extLst>
  </p:cSld>
  <p:clrMapOvr>
    <a:masterClrMapping/>
  </p:clrMapOvr>
  <p:transition spd="med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63883"/>
      </p:ext>
    </p:extLst>
  </p:cSld>
  <p:clrMapOvr>
    <a:masterClrMapping/>
  </p:clrMapOvr>
  <p:transition spd="med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08057"/>
      </p:ext>
    </p:extLst>
  </p:cSld>
  <p:clrMapOvr>
    <a:masterClrMapping/>
  </p:clrMapOvr>
  <p:transition spd="med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00251"/>
      </p:ext>
    </p:extLst>
  </p:cSld>
  <p:clrMapOvr>
    <a:masterClrMapping/>
  </p:clrMapOvr>
  <p:transition spd="med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45918"/>
      </p:ext>
    </p:extLst>
  </p:cSld>
  <p:clrMapOvr>
    <a:masterClrMapping/>
  </p:clrMapOvr>
  <p:transition spd="med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89808"/>
      </p:ext>
    </p:extLst>
  </p:cSld>
  <p:clrMapOvr>
    <a:masterClrMapping/>
  </p:clrMapOvr>
  <p:transition spd="med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29746"/>
      </p:ext>
    </p:extLst>
  </p:cSld>
  <p:clrMapOvr>
    <a:masterClrMapping/>
  </p:clrMapOvr>
  <p:transition spd="med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3117148"/>
      </p:ext>
    </p:extLst>
  </p:cSld>
  <p:clrMapOvr>
    <a:masterClrMapping/>
  </p:clrMapOvr>
  <p:transition spd="med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34223"/>
      </p:ext>
    </p:extLst>
  </p:cSld>
  <p:clrMapOvr>
    <a:masterClrMapping/>
  </p:clrMapOvr>
  <p:transition spd="med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68089"/>
      </p:ext>
    </p:extLst>
  </p:cSld>
  <p:clrMapOvr>
    <a:masterClrMapping/>
  </p:clrMapOvr>
  <p:transition spd="med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4506"/>
      </p:ext>
    </p:extLst>
  </p:cSld>
  <p:clrMapOvr>
    <a:masterClrMapping/>
  </p:clrMapOvr>
  <p:transition spd="med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02137"/>
      </p:ext>
    </p:extLst>
  </p:cSld>
  <p:clrMapOvr>
    <a:masterClrMapping/>
  </p:clrMapOvr>
  <p:transition spd="med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40730"/>
      </p:ext>
    </p:extLst>
  </p:cSld>
  <p:clrMapOvr>
    <a:masterClrMapping/>
  </p:clrMapOvr>
  <p:transition spd="med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9FEBE9C-3A20-4378-8B40-13D46287143E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A8E217A-EAAD-42DD-9C9D-A8AECCC322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2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med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1508CC-CBCB-4A92-9D8A-8323DC65B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64-Aufgaben in C#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9C655D-5DD0-4761-AA98-DB9B83A35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Taylor Kofler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548168"/>
      </p:ext>
    </p:extLst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EBE4D-4980-40C9-A394-B4444F8E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3F3064-4FAB-4355-B840-D52600DBB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51250" indent="-514350">
              <a:buFont typeface="+mj-lt"/>
              <a:buAutoNum type="romanUcPeriod"/>
            </a:pPr>
            <a:r>
              <a:rPr lang="de-DE" dirty="0"/>
              <a:t>Ein- und Ausgabebefehl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/>
              <a:t>Schleifen, Abfragen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/>
              <a:t>Datentypen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/>
              <a:t>Konvertierung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/>
              <a:t>Arrays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/>
              <a:t>Math-Methoden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 err="1"/>
              <a:t>StreamWriter</a:t>
            </a:r>
            <a:r>
              <a:rPr lang="de-DE" dirty="0"/>
              <a:t> und Reader</a:t>
            </a:r>
          </a:p>
          <a:p>
            <a:pPr marL="551250" indent="-514350">
              <a:buFont typeface="+mj-lt"/>
              <a:buAutoNum type="romanUcPeriod"/>
            </a:pPr>
            <a:r>
              <a:rPr lang="de-DE" dirty="0" err="1"/>
              <a:t>String.Format</a:t>
            </a:r>
            <a:endParaRPr lang="de-DE" dirty="0"/>
          </a:p>
          <a:p>
            <a:pPr marL="494100" indent="-457200">
              <a:buFont typeface="+mj-lt"/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31936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75631-8D09-4C4C-86C7-7CF15487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Eingabe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E05083-251B-449F-9C3F-CB2FA3ED8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/>
          <a:lstStyle/>
          <a:p>
            <a:r>
              <a:rPr lang="de-DE" dirty="0" err="1"/>
              <a:t>Console.ReadLine</a:t>
            </a:r>
            <a:r>
              <a:rPr lang="de-DE" dirty="0"/>
              <a:t>();</a:t>
            </a:r>
          </a:p>
          <a:p>
            <a:pPr lvl="1"/>
            <a:r>
              <a:rPr lang="de-DE" dirty="0"/>
              <a:t>Wird verwendet um eine User-Eingabe zu erschaffen und z.B. der Variable x einen Wert zu zuweisen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061FD3-6967-4376-B6B1-7629110D7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7788">
            <a:off x="2813618" y="3761824"/>
            <a:ext cx="6554115" cy="1848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8714716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13925-07C5-43ED-98C3-7A2041DF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F723DE-88EA-4EA1-848E-DF739C73C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Console.WriteLine(); </a:t>
            </a:r>
          </a:p>
          <a:p>
            <a:pPr lvl="1"/>
            <a:r>
              <a:rPr lang="de-DE" dirty="0"/>
              <a:t>Wird verwendet um z.B. eine User-Eingabe auszugeben oder einen Wert von Variable x z.B. 5</a:t>
            </a:r>
          </a:p>
          <a:p>
            <a:pPr lvl="1"/>
            <a:r>
              <a:rPr lang="de-DE" dirty="0"/>
              <a:t>Mit </a:t>
            </a:r>
            <a:r>
              <a:rPr lang="de-DE" dirty="0" err="1"/>
              <a:t>Console.WriteLine</a:t>
            </a:r>
            <a:r>
              <a:rPr lang="de-DE" dirty="0"/>
              <a:t>(); kann man unteranderem auch mathematische Lösungen bzw. auch eine Rechnung ausrechnen und ausschreiben lassen. Wie z.B. 5 + 5 oder 5 * 5.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518619F-2E9F-4D51-BD69-B36D94CA5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08058">
            <a:off x="3303260" y="4045334"/>
            <a:ext cx="4471036" cy="164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74740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11EF2-2CF2-4043-80E5-43E89FAE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8DACE3-639B-4A53-A704-16652AF29D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Schleifen:</a:t>
            </a:r>
          </a:p>
          <a:p>
            <a:pPr lvl="1"/>
            <a:r>
              <a:rPr lang="de-DE" dirty="0" err="1"/>
              <a:t>for</a:t>
            </a:r>
            <a:r>
              <a:rPr lang="de-DE" dirty="0"/>
              <a:t> 					</a:t>
            </a:r>
          </a:p>
          <a:p>
            <a:pPr lvl="2"/>
            <a:r>
              <a:rPr lang="de-DE" dirty="0"/>
              <a:t>Wird verwendet wenn man genau weiß wie oft man eine Schleife ausgeführt haben möchte</a:t>
            </a:r>
          </a:p>
          <a:p>
            <a:endParaRPr lang="de-DE" dirty="0"/>
          </a:p>
          <a:p>
            <a:pPr lvl="1"/>
            <a:r>
              <a:rPr lang="de-DE" dirty="0"/>
              <a:t>do-</a:t>
            </a:r>
            <a:r>
              <a:rPr lang="de-DE" dirty="0" err="1"/>
              <a:t>while</a:t>
            </a:r>
            <a:endParaRPr lang="de-DE" dirty="0"/>
          </a:p>
          <a:p>
            <a:pPr lvl="2"/>
            <a:r>
              <a:rPr lang="de-DE" dirty="0"/>
              <a:t>Durchläuft mindestens einmal den Codeblock und überprüft anschließend die Bedingung</a:t>
            </a:r>
          </a:p>
          <a:p>
            <a:endParaRPr lang="de-DE" dirty="0"/>
          </a:p>
          <a:p>
            <a:pPr lvl="1"/>
            <a:r>
              <a:rPr lang="de-DE" dirty="0" err="1"/>
              <a:t>while</a:t>
            </a:r>
            <a:endParaRPr lang="de-DE" dirty="0"/>
          </a:p>
          <a:p>
            <a:pPr lvl="2"/>
            <a:r>
              <a:rPr lang="de-DE" dirty="0"/>
              <a:t>Überprüft zuerst ob die Bedingung wahr ist und führt anschließend den Codeblock aus</a:t>
            </a:r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lvl="1"/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F3C98F7-A831-4E97-92C4-FFB0258C02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89280">
            <a:off x="8092022" y="1127375"/>
            <a:ext cx="3942418" cy="183922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153455B-F444-480E-98F2-4A62BE0EC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41417">
            <a:off x="5918907" y="2521254"/>
            <a:ext cx="3624946" cy="21312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315592-0FFB-47DA-94F5-EB80F7133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1382">
            <a:off x="7410471" y="4471941"/>
            <a:ext cx="4115374" cy="22577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9278070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DEEBE-94AF-477A-B1E8-D985F2E0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 dirty="0"/>
              <a:t>Abfragen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507CE5-31A7-42DF-93C9-1D7B5E3253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Abfragen:</a:t>
            </a:r>
          </a:p>
          <a:p>
            <a:pPr lvl="1"/>
            <a:r>
              <a:rPr lang="de-DE" dirty="0" err="1"/>
              <a:t>if</a:t>
            </a:r>
            <a:endParaRPr lang="de-DE" dirty="0"/>
          </a:p>
          <a:p>
            <a:pPr lvl="2"/>
            <a:r>
              <a:rPr lang="de-DE" dirty="0"/>
              <a:t>Überprüft z.B. ob eine Eingabe größer als 0 und kleiner als 5 ist</a:t>
            </a:r>
          </a:p>
          <a:p>
            <a:pPr lvl="1"/>
            <a:r>
              <a:rPr lang="de-DE" dirty="0" err="1"/>
              <a:t>else-if</a:t>
            </a:r>
            <a:endParaRPr lang="de-DE" dirty="0"/>
          </a:p>
          <a:p>
            <a:pPr lvl="2"/>
            <a:r>
              <a:rPr lang="de-DE" dirty="0"/>
              <a:t>Alternative Abfrage. Falls das erste </a:t>
            </a:r>
            <a:r>
              <a:rPr lang="de-DE" dirty="0" err="1"/>
              <a:t>if</a:t>
            </a:r>
            <a:r>
              <a:rPr lang="de-DE" dirty="0"/>
              <a:t> nicht zutreffen sollte kann man eine weitere Bedingung stellen ohne eine weitere </a:t>
            </a:r>
            <a:r>
              <a:rPr lang="de-DE" dirty="0" err="1"/>
              <a:t>if</a:t>
            </a:r>
            <a:r>
              <a:rPr lang="de-DE" dirty="0"/>
              <a:t> zu erstellen.</a:t>
            </a:r>
          </a:p>
          <a:p>
            <a:pPr lvl="1"/>
            <a:r>
              <a:rPr lang="de-DE" dirty="0" err="1"/>
              <a:t>else</a:t>
            </a:r>
            <a:endParaRPr lang="de-DE" dirty="0"/>
          </a:p>
          <a:p>
            <a:pPr lvl="2"/>
            <a:r>
              <a:rPr lang="de-DE" dirty="0"/>
              <a:t>Wird ausgeführt sobald die </a:t>
            </a:r>
            <a:r>
              <a:rPr lang="de-DE" dirty="0" err="1"/>
              <a:t>if</a:t>
            </a:r>
            <a:r>
              <a:rPr lang="de-DE" dirty="0"/>
              <a:t>- und gegebenenfalls </a:t>
            </a:r>
            <a:r>
              <a:rPr lang="de-DE" dirty="0" err="1"/>
              <a:t>else-fi</a:t>
            </a:r>
            <a:r>
              <a:rPr lang="de-DE" dirty="0"/>
              <a:t> Abfragen </a:t>
            </a:r>
            <a:r>
              <a:rPr lang="de-DE" dirty="0" err="1"/>
              <a:t>false</a:t>
            </a:r>
            <a:r>
              <a:rPr lang="de-DE" dirty="0"/>
              <a:t> sind bzw. beide nicht zutreffen</a:t>
            </a:r>
            <a:endParaRPr lang="en-US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8A517BC-840D-4491-92DD-B6A088839F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8990">
            <a:off x="6722945" y="2123013"/>
            <a:ext cx="4772691" cy="38295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3931703"/>
      </p:ext>
    </p:extLst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1CDA8-2B5D-4374-AE70-25C950C0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5E601B-46EB-4834-AABD-2D948A57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3887116"/>
          </a:xfrm>
        </p:spPr>
        <p:txBody>
          <a:bodyPr>
            <a:normAutofit lnSpcReduction="10000"/>
          </a:bodyPr>
          <a:lstStyle/>
          <a:p>
            <a:r>
              <a:rPr lang="de-DE" dirty="0" err="1"/>
              <a:t>int</a:t>
            </a:r>
            <a:r>
              <a:rPr lang="de-DE" dirty="0"/>
              <a:t>: Datentyp für ganze Zahlen. 1,2, etc. und geht von </a:t>
            </a:r>
            <a:r>
              <a:rPr lang="en-US" dirty="0">
                <a:effectLst/>
              </a:rPr>
              <a:t>-2,147 </a:t>
            </a:r>
            <a:r>
              <a:rPr lang="en-US" dirty="0" err="1">
                <a:effectLst/>
              </a:rPr>
              <a:t>Milliarden</a:t>
            </a:r>
            <a:r>
              <a:rPr lang="en-US" dirty="0">
                <a:effectLst/>
              </a:rPr>
              <a:t> bis 2,147 </a:t>
            </a:r>
            <a:r>
              <a:rPr lang="en-US">
                <a:effectLst/>
              </a:rPr>
              <a:t>Milliarden</a:t>
            </a:r>
            <a:endParaRPr lang="de-DE" dirty="0"/>
          </a:p>
          <a:p>
            <a:r>
              <a:rPr lang="de-DE" dirty="0"/>
              <a:t>double: Datentyp für Kommerzahlen 0.5, -0.2, 5.201, etc. und kann bis zu 15/16 Nachkommerstellen ausgeben. </a:t>
            </a:r>
          </a:p>
          <a:p>
            <a:r>
              <a:rPr lang="de-DE" dirty="0" err="1"/>
              <a:t>float</a:t>
            </a:r>
            <a:r>
              <a:rPr lang="de-DE" dirty="0"/>
              <a:t>: Grundsätzlich gleich wie double kann aber nur 5 bis 7 Nachkommerstellen ausgeben</a:t>
            </a:r>
          </a:p>
          <a:p>
            <a:r>
              <a:rPr lang="de-DE" dirty="0" err="1"/>
              <a:t>long</a:t>
            </a:r>
            <a:r>
              <a:rPr lang="de-DE" dirty="0"/>
              <a:t>: Gleich wie </a:t>
            </a:r>
            <a:r>
              <a:rPr lang="de-DE" dirty="0" err="1"/>
              <a:t>int</a:t>
            </a:r>
            <a:r>
              <a:rPr lang="de-DE" dirty="0"/>
              <a:t> nur reicht von </a:t>
            </a:r>
            <a:r>
              <a:rPr lang="de-DE" dirty="0">
                <a:effectLst/>
              </a:rPr>
              <a:t>-9 Trillionen bis 9 Trillionen (ca. und gerundet)</a:t>
            </a:r>
          </a:p>
          <a:p>
            <a:r>
              <a:rPr lang="de-DE" dirty="0" err="1">
                <a:effectLst/>
              </a:rPr>
              <a:t>short</a:t>
            </a:r>
            <a:r>
              <a:rPr lang="de-DE" dirty="0">
                <a:effectLst/>
              </a:rPr>
              <a:t>: Reicht von </a:t>
            </a:r>
            <a:r>
              <a:rPr lang="en-US" dirty="0">
                <a:effectLst/>
              </a:rPr>
              <a:t>ca. -33.000 bis ca. 33.000 (</a:t>
            </a:r>
            <a:r>
              <a:rPr lang="de-AT" dirty="0">
                <a:effectLst/>
              </a:rPr>
              <a:t>aufgerundet</a:t>
            </a:r>
            <a:r>
              <a:rPr lang="en-US" dirty="0">
                <a:effectLst/>
              </a:rPr>
              <a:t>)</a:t>
            </a:r>
          </a:p>
          <a:p>
            <a:r>
              <a:rPr lang="de-DE" dirty="0" err="1"/>
              <a:t>char</a:t>
            </a:r>
            <a:r>
              <a:rPr lang="de-DE" dirty="0"/>
              <a:t>: Wird verwendet um einzelne Buchstaben auszugeben bzw. zu speichern z.B. ‘B‘</a:t>
            </a:r>
          </a:p>
          <a:p>
            <a:r>
              <a:rPr lang="de-DE" dirty="0" err="1"/>
              <a:t>bool</a:t>
            </a:r>
            <a:r>
              <a:rPr lang="de-DE" dirty="0"/>
              <a:t>: Wird z.B. bei </a:t>
            </a:r>
            <a:r>
              <a:rPr lang="de-DE" dirty="0" err="1"/>
              <a:t>if</a:t>
            </a:r>
            <a:r>
              <a:rPr lang="de-DE" dirty="0"/>
              <a:t>-Abfragen verwendet. Ja/Nein Abfragen</a:t>
            </a:r>
          </a:p>
          <a:p>
            <a:r>
              <a:rPr lang="de-DE" dirty="0" err="1"/>
              <a:t>string</a:t>
            </a:r>
            <a:r>
              <a:rPr lang="de-DE" dirty="0"/>
              <a:t>: Speichert Wörter  wie z.B. </a:t>
            </a:r>
            <a:r>
              <a:rPr lang="de-DE" dirty="0" err="1"/>
              <a:t>string</a:t>
            </a:r>
            <a:r>
              <a:rPr lang="de-DE" dirty="0"/>
              <a:t> x = „Hallo Welt!“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949689"/>
      </p:ext>
    </p:extLst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5BE31-1499-45BF-B074-12451468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Convert.ToXY</a:t>
            </a:r>
            <a:r>
              <a:rPr lang="de-DE" dirty="0"/>
              <a:t>()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51B58-D6BD-4A7B-9D82-ECD65E7FFF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Convert.ToXY</a:t>
            </a:r>
            <a:r>
              <a:rPr lang="de-DE" dirty="0"/>
              <a:t>() wird z.B. verwendet um eine </a:t>
            </a:r>
            <a:r>
              <a:rPr lang="de-DE" dirty="0" err="1"/>
              <a:t>string</a:t>
            </a:r>
            <a:r>
              <a:rPr lang="de-DE" dirty="0"/>
              <a:t> in eine </a:t>
            </a:r>
            <a:r>
              <a:rPr lang="de-DE" dirty="0" err="1"/>
              <a:t>int</a:t>
            </a:r>
            <a:r>
              <a:rPr lang="de-DE" dirty="0"/>
              <a:t> zu konvertieren</a:t>
            </a:r>
          </a:p>
          <a:p>
            <a:endParaRPr lang="de-DE" dirty="0"/>
          </a:p>
          <a:p>
            <a:r>
              <a:rPr lang="de-DE" dirty="0" err="1"/>
              <a:t>Convert.ToXY</a:t>
            </a:r>
            <a:r>
              <a:rPr lang="de-DE" dirty="0"/>
              <a:t>(</a:t>
            </a:r>
            <a:r>
              <a:rPr lang="de-DE" dirty="0" err="1"/>
              <a:t>Console.ReadLine</a:t>
            </a:r>
            <a:r>
              <a:rPr lang="de-DE" dirty="0"/>
              <a:t>()) wird verwendet um eine User-Eingabe in einen Datentyp zu konvertieren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607A5A5-9D8E-4396-83DB-7267E36AD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074">
            <a:off x="6610319" y="2495353"/>
            <a:ext cx="4484208" cy="30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62839"/>
      </p:ext>
    </p:extLst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3A7ED-D768-49CA-9602-312725EF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Arrays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DC2AF4-09F9-491E-BC3E-F1443D844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Arrays sind erweiterte Speichersätze für mehrere Variablen des gleichen Datentyps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41A1E2-489F-4415-8D82-D753DE1A7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48" y="2483919"/>
            <a:ext cx="7360520" cy="2921103"/>
          </a:xfrm>
          <a:prstGeom prst="roundRect">
            <a:avLst>
              <a:gd name="adj" fmla="val 516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1656322"/>
      </p:ext>
    </p:extLst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D3DB1-FE28-42E6-B838-3A29F248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Math Methoden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C4C251-A169-497E-9172-8E223314B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Math.XY</a:t>
            </a:r>
            <a:r>
              <a:rPr lang="de-DE" dirty="0"/>
              <a:t> Methoden werden z.B. verwendet um eine Zahl ^2 zu rechnen oder die Wurzel zu ziehen. Mathematische Methoden werden normalerweise nur bei double Datentypen angewandt.</a:t>
            </a:r>
          </a:p>
          <a:p>
            <a:endParaRPr lang="de-DE" dirty="0"/>
          </a:p>
          <a:p>
            <a:r>
              <a:rPr lang="de-DE" dirty="0" err="1"/>
              <a:t>Math.Sqrt</a:t>
            </a:r>
            <a:r>
              <a:rPr lang="de-DE" dirty="0"/>
              <a:t>() = Wurzel von XY</a:t>
            </a:r>
          </a:p>
          <a:p>
            <a:r>
              <a:rPr lang="de-DE" dirty="0" err="1"/>
              <a:t>Math.Pow</a:t>
            </a:r>
            <a:r>
              <a:rPr lang="de-DE" dirty="0"/>
              <a:t>(</a:t>
            </a:r>
            <a:r>
              <a:rPr lang="de-DE" dirty="0" err="1"/>
              <a:t>x,y</a:t>
            </a:r>
            <a:r>
              <a:rPr lang="de-DE" dirty="0"/>
              <a:t>) = x hoch y</a:t>
            </a:r>
          </a:p>
          <a:p>
            <a:r>
              <a:rPr lang="de-DE" dirty="0" err="1"/>
              <a:t>Math.Max</a:t>
            </a:r>
            <a:r>
              <a:rPr lang="de-DE" dirty="0"/>
              <a:t>() = höchste von zwei Zahlen</a:t>
            </a:r>
          </a:p>
          <a:p>
            <a:r>
              <a:rPr lang="de-DE" dirty="0" err="1"/>
              <a:t>Math.Min</a:t>
            </a:r>
            <a:r>
              <a:rPr lang="de-DE" dirty="0"/>
              <a:t>() = kleinste von zwei Zahlen</a:t>
            </a:r>
          </a:p>
          <a:p>
            <a:r>
              <a:rPr lang="de-DE" dirty="0" err="1"/>
              <a:t>uvm</a:t>
            </a:r>
            <a:r>
              <a:rPr lang="de-DE" dirty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4A14921-A1FB-433B-A87D-A33A503B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0223">
            <a:off x="6021328" y="3139392"/>
            <a:ext cx="5744607" cy="264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81686"/>
      </p:ext>
    </p:extLst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F6CD9-3309-4F5E-870D-29CE34DE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StreamWriter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3880CB-E960-4552-BDFA-EE46588F7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StreamWriter</a:t>
            </a:r>
            <a:r>
              <a:rPr lang="de-AT" dirty="0"/>
              <a:t> kann dazu verwendet werden ein Programm in eine externe Datei zu schreiben. </a:t>
            </a:r>
          </a:p>
          <a:p>
            <a:r>
              <a:rPr lang="de-AT" dirty="0" err="1"/>
              <a:t>StreamReader</a:t>
            </a:r>
            <a:r>
              <a:rPr lang="de-AT" dirty="0"/>
              <a:t> kann dazu verwendet werden aus der extern erstellten Datei das Programm aus zu lesen bzw. den darin enthaltenen Code.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4F0B81-BBEB-4871-83D1-C1B7F14CD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222" y="3761824"/>
            <a:ext cx="955490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80872"/>
      </p:ext>
    </p:extLst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E792B-4465-400C-BE31-89124C90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String.Format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0910FF-AD93-46B2-92AE-CCA00E276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String.Format</a:t>
            </a:r>
            <a:r>
              <a:rPr lang="de-DE" dirty="0"/>
              <a:t> sind bzw. ist ein Platzhalter für einen oder mehrere Werte von verschiedenen Variablen.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1E1E9D6-5804-4F8E-9386-65759DF42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7324">
            <a:off x="3142278" y="2898487"/>
            <a:ext cx="5896798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09415"/>
      </p:ext>
    </p:extLst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A5DA269-A04E-4C5F-B6C2-F1E43B602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8217">
            <a:off x="1741917" y="875848"/>
            <a:ext cx="7535247" cy="51063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73594"/>
      </p:ext>
    </p:extLst>
  </p:cSld>
  <p:clrMapOvr>
    <a:masterClrMapping/>
  </p:clrMapOvr>
  <p:transition spd="med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544</Words>
  <Application>Microsoft Office PowerPoint</Application>
  <PresentationFormat>Breitbild</PresentationFormat>
  <Paragraphs>67</Paragraphs>
  <Slides>13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Calibri</vt:lpstr>
      <vt:lpstr>Calisto MT</vt:lpstr>
      <vt:lpstr>Trebuchet MS</vt:lpstr>
      <vt:lpstr>Wingdings</vt:lpstr>
      <vt:lpstr>Wingdings 2</vt:lpstr>
      <vt:lpstr>Schiefer</vt:lpstr>
      <vt:lpstr>64-Aufgaben in C#</vt:lpstr>
      <vt:lpstr>Inhaltsverzeichnis</vt:lpstr>
      <vt:lpstr>Eingabe</vt:lpstr>
      <vt:lpstr>Ausgabe</vt:lpstr>
      <vt:lpstr>Schleifen</vt:lpstr>
      <vt:lpstr>Abfragen</vt:lpstr>
      <vt:lpstr>Datentypen</vt:lpstr>
      <vt:lpstr>Convert.ToXY()</vt:lpstr>
      <vt:lpstr>Arrays</vt:lpstr>
      <vt:lpstr>Math Methoden</vt:lpstr>
      <vt:lpstr>StreamWriter</vt:lpstr>
      <vt:lpstr>String.Format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64-Aufgaben in C#</dc:title>
  <dc:creator>viuser</dc:creator>
  <cp:lastModifiedBy>viuser</cp:lastModifiedBy>
  <cp:revision>262</cp:revision>
  <dcterms:created xsi:type="dcterms:W3CDTF">2023-07-05T06:34:07Z</dcterms:created>
  <dcterms:modified xsi:type="dcterms:W3CDTF">2023-07-11T08:30:11Z</dcterms:modified>
</cp:coreProperties>
</file>