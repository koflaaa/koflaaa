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4" r:id="rId6"/>
    <p:sldId id="261" r:id="rId7"/>
    <p:sldId id="263" r:id="rId8"/>
    <p:sldId id="258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15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600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97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66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34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40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85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53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976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307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980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3618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387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368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47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952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12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ABC7B03-46F7-4E7A-9B09-CE459CD88D84}" type="datetimeFigureOut">
              <a:rPr lang="de-DE" smtClean="0"/>
              <a:t>13.12.2023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CB9F144-DE09-479B-9FBD-609D30731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613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BF54C5-3B99-46EE-9442-32F8D15C6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Webanalyse - Python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92796D-EA28-4361-8B66-6DAFE0125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Taylor Kofler</a:t>
            </a:r>
          </a:p>
        </p:txBody>
      </p:sp>
    </p:spTree>
    <p:extLst>
      <p:ext uri="{BB962C8B-B14F-4D97-AF65-F5344CB8AC3E}">
        <p14:creationId xmlns:p14="http://schemas.microsoft.com/office/powerpoint/2010/main" val="245898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97C4B-4AC8-46C2-B3AC-5BD65057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BEE8FD-78FA-42A4-A162-2FCE081FB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3 „gute“ Webseiten</a:t>
            </a:r>
          </a:p>
          <a:p>
            <a:r>
              <a:rPr lang="de-DE" dirty="0"/>
              <a:t>3 „schlechte“ Webseiten</a:t>
            </a:r>
          </a:p>
        </p:txBody>
      </p:sp>
    </p:spTree>
    <p:extLst>
      <p:ext uri="{BB962C8B-B14F-4D97-AF65-F5344CB8AC3E}">
        <p14:creationId xmlns:p14="http://schemas.microsoft.com/office/powerpoint/2010/main" val="3730604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844820-8CB0-46C8-896D-E2A6DDD6F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„gute“ Seiten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A40D37-6A78-4FAD-B5FA-A5615D37C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500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A05A0-422F-4D2F-8650-F1E9CF2D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Seite 1 - W3Schools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C3A3C4-8882-4F9A-AE6E-456C13FC4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gutes Design: </a:t>
            </a:r>
          </a:p>
          <a:p>
            <a:pPr lvl="1"/>
            <a:r>
              <a:rPr lang="de-DE" dirty="0"/>
              <a:t>keine ablenkenden oder blendenden Farben</a:t>
            </a:r>
          </a:p>
          <a:p>
            <a:pPr lvl="1"/>
            <a:r>
              <a:rPr lang="de-DE" dirty="0"/>
              <a:t>klare und verständliche Navigationsleiste</a:t>
            </a:r>
          </a:p>
          <a:p>
            <a:pPr lvl="1"/>
            <a:r>
              <a:rPr lang="de-DE" dirty="0"/>
              <a:t>Responsiv</a:t>
            </a:r>
          </a:p>
          <a:p>
            <a:pPr lvl="1"/>
            <a:r>
              <a:rPr lang="de-DE" dirty="0"/>
              <a:t>gute Anordnung von Elementen</a:t>
            </a:r>
          </a:p>
          <a:p>
            <a:pPr lvl="1"/>
            <a:r>
              <a:rPr lang="de-DE" dirty="0"/>
              <a:t>relativ gut verständlicher Code</a:t>
            </a:r>
          </a:p>
        </p:txBody>
      </p:sp>
    </p:spTree>
    <p:extLst>
      <p:ext uri="{BB962C8B-B14F-4D97-AF65-F5344CB8AC3E}">
        <p14:creationId xmlns:p14="http://schemas.microsoft.com/office/powerpoint/2010/main" val="264565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C6AB1B-CFE3-43BE-A143-9C3DD036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Seite 2 – Python Tutorial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E3D678-17A8-4224-B45A-3085DC1B9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Gutes Design:</a:t>
            </a:r>
          </a:p>
          <a:p>
            <a:pPr lvl="1"/>
            <a:r>
              <a:rPr lang="de-DE" dirty="0"/>
              <a:t>responsiv </a:t>
            </a:r>
          </a:p>
          <a:p>
            <a:pPr lvl="1"/>
            <a:r>
              <a:rPr lang="de-DE" dirty="0"/>
              <a:t>gute Farben</a:t>
            </a:r>
          </a:p>
          <a:p>
            <a:pPr lvl="1"/>
            <a:r>
              <a:rPr lang="de-DE" dirty="0"/>
              <a:t>akzeptabler Code</a:t>
            </a:r>
          </a:p>
          <a:p>
            <a:pPr lvl="1"/>
            <a:r>
              <a:rPr lang="de-DE" dirty="0"/>
              <a:t>übersichtliche Navigationsbar</a:t>
            </a:r>
          </a:p>
          <a:p>
            <a:pPr lvl="1"/>
            <a:r>
              <a:rPr lang="de-DE" dirty="0"/>
              <a:t>Übersichtliches Inhaltsverzeichnis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81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D18016-271E-45FF-9F1D-F7093B8FDE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„schlechte“ Seiten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5AE963-1423-4C30-80F6-EDC21AD09A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04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11F035-ADC0-49F2-B0EE-FFA7228D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Seite 2 - Das Python Tutorial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D1678B-468A-427C-9FE8-F45DD36D9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gutes Design:</a:t>
            </a:r>
          </a:p>
          <a:p>
            <a:pPr lvl="1"/>
            <a:r>
              <a:rPr lang="de-DE" dirty="0"/>
              <a:t>Schlichte Farben bzw. keine ablenkenden oder blendenden Farben</a:t>
            </a:r>
          </a:p>
          <a:p>
            <a:pPr lvl="1"/>
            <a:r>
              <a:rPr lang="de-DE" dirty="0"/>
              <a:t>Ebenfalls responsiv</a:t>
            </a:r>
          </a:p>
          <a:p>
            <a:pPr lvl="1"/>
            <a:r>
              <a:rPr lang="de-DE" dirty="0"/>
              <a:t>Recht akzeptabler Code</a:t>
            </a:r>
          </a:p>
          <a:p>
            <a:endParaRPr lang="de-DE" dirty="0"/>
          </a:p>
          <a:p>
            <a:r>
              <a:rPr lang="de-DE" dirty="0"/>
              <a:t>1:1 abklatsche von originaler Python Dokumentation – nur auf Deutsch</a:t>
            </a:r>
          </a:p>
        </p:txBody>
      </p:sp>
    </p:spTree>
    <p:extLst>
      <p:ext uri="{BB962C8B-B14F-4D97-AF65-F5344CB8AC3E}">
        <p14:creationId xmlns:p14="http://schemas.microsoft.com/office/powerpoint/2010/main" val="53934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550157-1C72-432A-AD59-075DB21D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BA6FE2-C54A-4EA1-9879-E66B65FBE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474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15F5C-E719-4D09-B3ED-0A781DFD5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925B05-7510-4CD4-8DE9-0A1410B1A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2538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99</Words>
  <Application>Microsoft Office PowerPoint</Application>
  <PresentationFormat>Breitbild</PresentationFormat>
  <Paragraphs>28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Calisto MT</vt:lpstr>
      <vt:lpstr>Trebuchet MS</vt:lpstr>
      <vt:lpstr>Wingdings 2</vt:lpstr>
      <vt:lpstr>Schiefer</vt:lpstr>
      <vt:lpstr>Webanalyse - Python</vt:lpstr>
      <vt:lpstr>Agenda</vt:lpstr>
      <vt:lpstr>„gute“ Seiten</vt:lpstr>
      <vt:lpstr>Seite 1 - W3Schools</vt:lpstr>
      <vt:lpstr>Seite 2 – Python Tutorial</vt:lpstr>
      <vt:lpstr>„schlechte“ Seiten</vt:lpstr>
      <vt:lpstr>Seite 2 - Das Python Tutorial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Webanalyse</dc:title>
  <dc:creator>Istvan Fazekas</dc:creator>
  <cp:lastModifiedBy>Istvan Fazekas</cp:lastModifiedBy>
  <cp:revision>55</cp:revision>
  <dcterms:created xsi:type="dcterms:W3CDTF">2023-12-13T11:32:00Z</dcterms:created>
  <dcterms:modified xsi:type="dcterms:W3CDTF">2023-12-13T15:25:18Z</dcterms:modified>
</cp:coreProperties>
</file>