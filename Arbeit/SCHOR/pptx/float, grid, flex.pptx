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0" r:id="rId6"/>
    <p:sldId id="264" r:id="rId7"/>
    <p:sldId id="259" r:id="rId8"/>
    <p:sldId id="268" r:id="rId9"/>
    <p:sldId id="261" r:id="rId10"/>
    <p:sldId id="265" r:id="rId11"/>
    <p:sldId id="262" r:id="rId12"/>
    <p:sldId id="269" r:id="rId13"/>
    <p:sldId id="263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190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476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830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702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83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083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579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272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15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36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709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8107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978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4305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308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2984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10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1515BC3-3F3F-4AB7-AF1A-1A24073A2F56}" type="datetimeFigureOut">
              <a:rPr lang="de-DE" smtClean="0"/>
              <a:t>02.10.2023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553C460-9A36-4E90-82FC-177B6FC338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68176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3EB83D-3543-4B06-ADCC-3A9C401D0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>
            <a:normAutofit/>
          </a:bodyPr>
          <a:lstStyle/>
          <a:p>
            <a:r>
              <a:rPr lang="en-GB" sz="4800" dirty="0"/>
              <a:t>float, grid, flex (flexbox)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D11219-0449-46CC-9845-EA8D1A912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/>
          <a:lstStyle/>
          <a:p>
            <a:r>
              <a:rPr lang="de-DE" dirty="0"/>
              <a:t>Taylor Kofler</a:t>
            </a:r>
          </a:p>
        </p:txBody>
      </p:sp>
    </p:spTree>
    <p:extLst>
      <p:ext uri="{BB962C8B-B14F-4D97-AF65-F5344CB8AC3E}">
        <p14:creationId xmlns:p14="http://schemas.microsoft.com/office/powerpoint/2010/main" val="59438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DF5D5F-9DB2-49BE-8FB1-949A9B9B8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DE7388-43AF-4D09-A5C6-278E0FF6D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ist,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float, grid, flex?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Vorteile/Nachteile?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Aufbau von,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float, grid und flex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Wieso nicht im HTML-Element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Beispiel(e)</a:t>
            </a:r>
          </a:p>
        </p:txBody>
      </p:sp>
    </p:spTree>
    <p:extLst>
      <p:ext uri="{BB962C8B-B14F-4D97-AF65-F5344CB8AC3E}">
        <p14:creationId xmlns:p14="http://schemas.microsoft.com/office/powerpoint/2010/main" val="236540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E9941B-E4C2-4AAF-ACED-2F901872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float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791AA0-7C5C-42CA-B466-F5D5F668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ist eine CSS-Eigenschaft, die verwendet wird, um Elemente horizontal zu verschieben.</a:t>
            </a:r>
          </a:p>
          <a:p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 ermöglicht Elementen, sich links oder rechts von ihrem normalen Fluss zu positionieren.</a:t>
            </a:r>
          </a:p>
          <a:p>
            <a:r>
              <a:rPr lang="en-GB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wird verwendet, um Text um Bilder herum fließen zu lassen.</a:t>
            </a:r>
          </a:p>
          <a:p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kann für das Erstellen und Ausrichten von Elementen nebeneinander verwendet werden.</a:t>
            </a:r>
            <a:endParaRPr lang="de-DE" dirty="0">
              <a:solidFill>
                <a:srgbClr val="D1D5D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47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F274E8-B226-4628-8EAD-D522A180C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3FC1AB-ECCF-4B18-B256-10CD04E40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Vorteile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9DFA3D6-1CE6-4405-945F-AEE3E83507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de-DE" dirty="0" err="1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Textumfluss</a:t>
            </a:r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ermöglicht es, Text um Bilder oder andere Inline-Elemente herum fließen zu lassen.</a:t>
            </a:r>
          </a:p>
          <a:p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Einfache Mehrspaltenlayouts: </a:t>
            </a:r>
            <a:r>
              <a:rPr lang="en-GB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kann verwendet werden, um mehrere Elemente nebeneinander in Spalten anzuordnen.</a:t>
            </a:r>
          </a:p>
          <a:p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Kompatibilität: "</a:t>
            </a:r>
            <a:r>
              <a:rPr lang="en-GB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wird von den meisten älteren Webbrowsern unterstützt.</a:t>
            </a:r>
          </a:p>
          <a:p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Leicht verständlich: </a:t>
            </a:r>
            <a:r>
              <a:rPr lang="en-GB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ist vergleichsweise einfach zu verstehen und zu verwenden.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785B0A2-7F31-4456-924E-32DF26578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Nachteile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E5077E4-09F2-4370-B517-3C957D80FE2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1"/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Ineffiziente Nutzung von Platz: Bei Verwendung von "</a:t>
            </a:r>
            <a:r>
              <a:rPr lang="en-GB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könnten leere Platzhalter ‚</a:t>
            </a:r>
            <a:r>
              <a:rPr lang="de-DE" dirty="0" err="1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divs</a:t>
            </a:r>
            <a:r>
              <a:rPr lang="de-D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 oder zusätzlicher CSS-Code erforderlich sein.</a:t>
            </a:r>
          </a:p>
          <a:p>
            <a:pPr lvl="1"/>
            <a:endParaRPr lang="de-DE" dirty="0">
              <a:solidFill>
                <a:srgbClr val="D1D5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12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05B58C-96FC-4279-A5BE-37270766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 commands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85B193-3C12-4252-9E23-1883EEDB6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Float: left; : </a:t>
            </a:r>
            <a:r>
              <a:rPr lang="de-DE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Inhalte werden links ausgerichtet und Text fließt rechts daran vorbei.</a:t>
            </a:r>
          </a:p>
          <a:p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Float: right; : </a:t>
            </a:r>
            <a:r>
              <a:rPr lang="de-DE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Inhalte werden rechts ausgerichtet und Text fließt links daran vorbei.</a:t>
            </a:r>
          </a:p>
          <a:p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Float: none; </a:t>
            </a:r>
            <a:r>
              <a:rPr lang="de-DE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(Standard): Elemente werden nicht verschoben und folgen dem normalen Fluss.</a:t>
            </a:r>
            <a:endParaRPr lang="de-DE" sz="180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de-DE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clear: left; </a:t>
            </a:r>
            <a:r>
              <a:rPr lang="de-DE" altLang="de-DE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Verhindert, dass Elemente auf der linken Seite eines "gefloateten" Elements daran vorbeifließen.</a:t>
            </a:r>
          </a:p>
          <a:p>
            <a:r>
              <a:rPr lang="en-GB" altLang="de-DE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clear: right; </a:t>
            </a:r>
            <a:r>
              <a:rPr lang="de-DE" altLang="de-DE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Verhindert, dass Elemente auf der rechten Seite eines "gefloateten" Elements daran vorbeifließen.</a:t>
            </a:r>
          </a:p>
          <a:p>
            <a:r>
              <a:rPr lang="en-GB" altLang="de-DE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clear: both; </a:t>
            </a:r>
            <a:r>
              <a:rPr lang="de-DE" altLang="de-DE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Verhindert, dass Elemente sowohl auf der linken als auch auf der </a:t>
            </a:r>
            <a:r>
              <a:rPr lang="de-DE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rechten Seite eines gefloateten Elements daran vorbeifließen.</a:t>
            </a:r>
            <a:endParaRPr lang="de-DE" altLang="de-DE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398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553B99-C2F8-4E1A-A77D-FF5FDABD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</a:t>
            </a:r>
            <a:r>
              <a:rPr lang="de-DE" dirty="0"/>
              <a:t>-Beispiel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CB106F-8CA4-402C-947E-0352451B6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551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6A43E0-68F4-48C6-9E2D-8A4CFCDEC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grid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AD4E2E-FA7C-4C46-90CF-70F8DBDD6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 eine CSS-Eigenschaft zur Erstellung von zweidimensionalen Layouts.</a:t>
            </a:r>
          </a:p>
          <a:p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 ermöglicht die Erstellung von Rasterstrukturen, in denen Elemente in Zeilen und Spalten angeordnet werden können.</a:t>
            </a:r>
          </a:p>
          <a:p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 ermöglicht eine einfache Anpassung an verschiedene Bildschirmgrößen und Geräte.</a:t>
            </a:r>
          </a:p>
        </p:txBody>
      </p:sp>
    </p:spTree>
    <p:extLst>
      <p:ext uri="{BB962C8B-B14F-4D97-AF65-F5344CB8AC3E}">
        <p14:creationId xmlns:p14="http://schemas.microsoft.com/office/powerpoint/2010/main" val="142735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BC1993-FDBD-4C25-8AFB-B7B3F336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grid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51CC56-1844-4B63-AAB7-6A4A1C353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Vorteile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F21DDA-3D42-4151-AEE7-61D9D33419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2E2B7DB-9795-4982-9B5A-1343B240F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Nachteile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116D7E6-2582-4E0C-8C33-23AAA5EC3B4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5985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4735F-A810-47D1-92D2-232F7F03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grid commands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0FB2C2-3434-44AD-ACA2-05A149219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grid-template-rows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 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grid-template-columns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Definieren die Größe und Anordnung von Zeilen und Spalten im Raster.</a:t>
            </a:r>
          </a:p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grid-template-areas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Ermöglicht das benannte Definieren von Bereichen im Raster.</a:t>
            </a:r>
          </a:p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grid-gap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oder 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grid-row-gap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 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grid-column-gap: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Definieren den Abstand.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789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A63E58-6FA5-452D-A1A5-09A974B0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dirty="0"/>
              <a:t>grid</a:t>
            </a:r>
            <a:r>
              <a:rPr lang="de-DE" dirty="0"/>
              <a:t>-Beispiel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331111-7643-4498-948E-4DB33C061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3549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56A4F8-C9D7-4282-A371-632C9C10B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flex (flexbox)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D70468-985F-4EE6-9BCC-F57B2EED9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 (flexible Box Layout) ist eine CSS-Technik zur Erstellung von flexiblen und responsiven Layouts.</a:t>
            </a:r>
          </a:p>
          <a:p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 ermöglicht das Zentrieren, Ausrichten und Verteilen von Elementen auf flexible Weise.</a:t>
            </a:r>
          </a:p>
        </p:txBody>
      </p:sp>
    </p:spTree>
    <p:extLst>
      <p:ext uri="{BB962C8B-B14F-4D97-AF65-F5344CB8AC3E}">
        <p14:creationId xmlns:p14="http://schemas.microsoft.com/office/powerpoint/2010/main" val="1181840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B3DC5FA-40B4-4BFE-9F97-F784F6AD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flex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7CB3500-A722-410D-B2B5-CA22E5EDC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Vorteile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E9D54F7-3CC0-46FC-9AAC-8E617A4291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30BDD3-9FB9-4B5E-9A6F-A09E11189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Nachteile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AF9BF36B-A2D5-4F3D-8064-4C5F2E2E879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4009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FAC112-46BE-4FE0-BE38-2E6D73B4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Flex</a:t>
            </a:r>
            <a:r>
              <a:rPr lang="de-DE" dirty="0"/>
              <a:t> </a:t>
            </a:r>
            <a:r>
              <a:rPr lang="en-GB" dirty="0"/>
              <a:t>commands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C18387-5FE5-4C5C-A923-416281736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display: flex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Aktiviert die 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Flexbox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-Eigenschaften für den 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justify-content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Kontrolliert die Ausrichtung der Elemente auf der Hauptachse.</a:t>
            </a:r>
          </a:p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align-items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 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align-content</a:t>
            </a:r>
            <a:r>
              <a:rPr lang="de-D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Steuern die Ausrichtung auf horizontaler Achse.</a:t>
            </a:r>
          </a:p>
        </p:txBody>
      </p:sp>
    </p:spTree>
    <p:extLst>
      <p:ext uri="{BB962C8B-B14F-4D97-AF65-F5344CB8AC3E}">
        <p14:creationId xmlns:p14="http://schemas.microsoft.com/office/powerpoint/2010/main" val="2251654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143B3B-AF55-4AA4-84B1-BAA7E8FA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flex</a:t>
            </a:r>
            <a:r>
              <a:rPr lang="de-DE" dirty="0"/>
              <a:t>-Beispiel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870DDF-21B3-4F6C-B3B8-6255F24D2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755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463</Words>
  <Application>Microsoft Office PowerPoint</Application>
  <PresentationFormat>Breitbild</PresentationFormat>
  <Paragraphs>54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Arial</vt:lpstr>
      <vt:lpstr>Calisto MT</vt:lpstr>
      <vt:lpstr>Times New Roman</vt:lpstr>
      <vt:lpstr>Trebuchet MS</vt:lpstr>
      <vt:lpstr>Wingdings 2</vt:lpstr>
      <vt:lpstr>Schiefer</vt:lpstr>
      <vt:lpstr>float, grid, flex (flexbox)</vt:lpstr>
      <vt:lpstr>Agenda</vt:lpstr>
      <vt:lpstr>float</vt:lpstr>
      <vt:lpstr>float</vt:lpstr>
      <vt:lpstr>float commands</vt:lpstr>
      <vt:lpstr>float-Beispiel</vt:lpstr>
      <vt:lpstr>grid</vt:lpstr>
      <vt:lpstr>grid</vt:lpstr>
      <vt:lpstr>grid commands</vt:lpstr>
      <vt:lpstr>grid-Beispiel</vt:lpstr>
      <vt:lpstr>flex (flexbox)</vt:lpstr>
      <vt:lpstr>flex</vt:lpstr>
      <vt:lpstr>Flex commands</vt:lpstr>
      <vt:lpstr>flex-Beispiel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float, grid, flex</dc:title>
  <dc:creator>Istvan Fazekas</dc:creator>
  <cp:lastModifiedBy>Istvan Fazekas</cp:lastModifiedBy>
  <cp:revision>166</cp:revision>
  <dcterms:created xsi:type="dcterms:W3CDTF">2023-10-02T08:54:57Z</dcterms:created>
  <dcterms:modified xsi:type="dcterms:W3CDTF">2023-10-02T14:05:56Z</dcterms:modified>
</cp:coreProperties>
</file>