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391" r:id="rId3"/>
    <p:sldId id="392" r:id="rId4"/>
    <p:sldId id="398" r:id="rId5"/>
    <p:sldId id="393" r:id="rId6"/>
    <p:sldId id="395" r:id="rId7"/>
    <p:sldId id="396" r:id="rId8"/>
    <p:sldId id="397" r:id="rId9"/>
    <p:sldId id="39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FAECD-A995-4564-B976-AA7634D4AFC7}" type="datetimeFigureOut">
              <a:rPr lang="de-AT" smtClean="0"/>
              <a:t>10.07.2023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CA7E2-A853-4520-9CE5-F34E50CB456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726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990656" cy="1470025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B7F-4B3C-4555-92CB-80F26AAAD8FD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rgbClr val="FB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687"/>
            <a:ext cx="1409581" cy="12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2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450504" cy="365125"/>
          </a:xfrm>
        </p:spPr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051720" y="6356350"/>
            <a:ext cx="4896544" cy="365125"/>
          </a:xfrm>
        </p:spPr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4CA93-9A3F-4163-A878-64D70FDB476E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8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4A43-F597-444B-9C2E-AB93273550A9}" type="datetime4">
              <a:rPr lang="de-AT" smtClean="0"/>
              <a:t>10. Juli 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9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62B1-D1C8-4A05-8A3C-1106C396517A}" type="datetime4">
              <a:rPr lang="de-AT" smtClean="0"/>
              <a:t>10. Juli 2023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6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FB30-0320-4F60-87C3-43E3E212C61C}" type="datetime4">
              <a:rPr lang="de-AT" smtClean="0"/>
              <a:t>10. Juli 2023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2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04BB-849F-4B50-949A-564D4FBA3D20}" type="datetime4">
              <a:rPr lang="de-AT" smtClean="0"/>
              <a:t>10. Juli 2023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8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7BD7-868B-4797-A230-321A22CCCB7D}" type="datetime4">
              <a:rPr lang="de-AT" smtClean="0"/>
              <a:t>10. Juli 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0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76DAB-1186-4F6D-96BF-E759F491E4C9}" type="datetime4">
              <a:rPr lang="de-AT" smtClean="0"/>
              <a:t>10. Juli 2023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7DE3C-429F-44C4-A82B-CB7CD24E1DC4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6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F38A-A7D4-4E7E-9E09-E4AE8C1635F8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4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547664" y="620688"/>
            <a:ext cx="71391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234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9E5-708F-4586-90DB-DB358D941BE2}" type="datetime4">
              <a:rPr lang="de-AT" smtClean="0"/>
              <a:t>10. Juli 2023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835696" y="6356350"/>
            <a:ext cx="53285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308304" y="6356350"/>
            <a:ext cx="1378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0007B-01BE-46AD-ADFC-481E8EB82CF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rgbClr val="FB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687"/>
            <a:ext cx="1409581" cy="12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mp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de/docs/Web/JavaScript" TargetMode="External"/><Relationship Id="rId2" Type="http://schemas.openxmlformats.org/officeDocument/2006/relationships/hyperlink" Target="https://www.w3schools.com/js/defaul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.wikipedia.org/wiki/JavaScript" TargetMode="External"/><Relationship Id="rId4" Type="http://schemas.openxmlformats.org/officeDocument/2006/relationships/hyperlink" Target="https://www.ecma-international.org/publications-and-standards/standards/ecma-26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Einführung</a:t>
            </a:r>
            <a:r>
              <a:rPr lang="en-US" dirty="0"/>
              <a:t> in das </a:t>
            </a:r>
            <a:r>
              <a:rPr lang="en-US" dirty="0" err="1"/>
              <a:t>Webdesign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Browsergame</a:t>
            </a:r>
            <a:r>
              <a:rPr lang="en-US" dirty="0"/>
              <a:t> in JavaScript</a:t>
            </a:r>
          </a:p>
        </p:txBody>
      </p:sp>
    </p:spTree>
    <p:extLst>
      <p:ext uri="{BB962C8B-B14F-4D97-AF65-F5344CB8AC3E}">
        <p14:creationId xmlns:p14="http://schemas.microsoft.com/office/powerpoint/2010/main" val="27590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D2A050-52EE-4BDA-9539-98254717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37D963-2053-41EB-924C-B719BE42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AT" b="1" dirty="0">
                <a:solidFill>
                  <a:srgbClr val="FF0000"/>
                </a:solidFill>
              </a:rPr>
              <a:t>Wichtig:</a:t>
            </a:r>
          </a:p>
          <a:p>
            <a:pPr marL="0" indent="0" algn="ctr">
              <a:buNone/>
            </a:pPr>
            <a:r>
              <a:rPr lang="de-AT" b="1" dirty="0">
                <a:solidFill>
                  <a:srgbClr val="FF0000"/>
                </a:solidFill>
              </a:rPr>
              <a:t>Sie müssen die Lektionen 3 (DOM/BOM), 4 (Funktionen) sowie 5 (Ereignisse) unbedingt verstanden haben, um ein eigenes Browsergame programmieren zu können!</a:t>
            </a:r>
          </a:p>
          <a:p>
            <a:pPr marL="0" indent="0" algn="ctr">
              <a:buNone/>
            </a:pPr>
            <a:r>
              <a:rPr lang="de-DE" b="1" dirty="0">
                <a:solidFill>
                  <a:srgbClr val="FF0000"/>
                </a:solidFill>
              </a:rPr>
              <a:t>Wichtig ist zudem, HTML und CSS sehr gut zu beherrschen!</a:t>
            </a:r>
            <a:endParaRPr lang="en-US" b="1" dirty="0">
              <a:solidFill>
                <a:srgbClr val="FF0000"/>
              </a:solidFill>
            </a:endParaRPr>
          </a:p>
          <a:p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DA48B5-A1E9-4296-8446-AABA0D5F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8980-33B0-4487-8339-3B449ACD94BD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71CEC-7001-4EFA-BF5D-06262311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D5EA64-B5C1-4715-BF44-D9C4582A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6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71006-7BDC-445D-86E3-FF5724A6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C17D4B-9AEA-4F9A-B9F4-0379E3479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51598"/>
            <a:ext cx="8229600" cy="45017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de-DE" sz="3400" dirty="0"/>
              <a:t>Um dieses Projekt erfolgreich in der vorgegebenen bzw. vereinbarten Zeit umsetzen zu können, müssen Sie folgende Technologien sicher beherrschen (werden vorausgesetzt!):</a:t>
            </a:r>
          </a:p>
          <a:p>
            <a:r>
              <a:rPr lang="de-DE" sz="3400" b="1" dirty="0"/>
              <a:t>HTML:</a:t>
            </a:r>
          </a:p>
          <a:p>
            <a:pPr lvl="1"/>
            <a:r>
              <a:rPr lang="de-DE" sz="2900" dirty="0"/>
              <a:t>Grundgerüst</a:t>
            </a:r>
          </a:p>
          <a:p>
            <a:pPr lvl="1"/>
            <a:r>
              <a:rPr lang="de-DE" sz="2900" dirty="0"/>
              <a:t>Containerstruktur und Einsatz der Attribute</a:t>
            </a:r>
          </a:p>
          <a:p>
            <a:pPr lvl="1"/>
            <a:r>
              <a:rPr lang="de-DE" sz="2900" dirty="0"/>
              <a:t>Semantische Elemente</a:t>
            </a:r>
          </a:p>
          <a:p>
            <a:pPr lvl="1"/>
            <a:r>
              <a:rPr lang="de-DE" sz="2900" dirty="0"/>
              <a:t>Recherchekompetenz (Verwendung spezieller Elemente wie z.B.: &lt;</a:t>
            </a:r>
            <a:r>
              <a:rPr lang="de-DE" sz="2900" dirty="0" err="1"/>
              <a:t>progress</a:t>
            </a:r>
            <a:r>
              <a:rPr lang="de-DE" sz="2900" dirty="0"/>
              <a:t>&gt; )</a:t>
            </a:r>
          </a:p>
          <a:p>
            <a:pPr lvl="1"/>
            <a:r>
              <a:rPr lang="de-DE" sz="2900" dirty="0"/>
              <a:t>Kenntnisse zu SVG-Grafiken von Vorteil</a:t>
            </a:r>
          </a:p>
          <a:p>
            <a:r>
              <a:rPr lang="de-DE" sz="3400" b="1" dirty="0"/>
              <a:t>CSS:</a:t>
            </a:r>
          </a:p>
          <a:p>
            <a:pPr lvl="1"/>
            <a:r>
              <a:rPr lang="de-DE" sz="2900" dirty="0"/>
              <a:t>Selektoren und Kombination von Selektoren</a:t>
            </a:r>
          </a:p>
          <a:p>
            <a:pPr lvl="1"/>
            <a:r>
              <a:rPr lang="de-DE" sz="2900" dirty="0"/>
              <a:t>dynamische und strukturelle Pseudoklassen</a:t>
            </a:r>
          </a:p>
          <a:p>
            <a:pPr lvl="1"/>
            <a:r>
              <a:rPr lang="de-DE" sz="2900" dirty="0"/>
              <a:t>Responsives Design (z.B.: @media-Query, Flex- und Grid-Layout)</a:t>
            </a:r>
          </a:p>
          <a:p>
            <a:pPr lvl="1"/>
            <a:r>
              <a:rPr lang="de-DE" sz="2900" dirty="0"/>
              <a:t>Positionierung (mindestens: absolute und relative Positionierung!)</a:t>
            </a:r>
          </a:p>
          <a:p>
            <a:pPr lvl="1"/>
            <a:r>
              <a:rPr lang="de-DE" sz="2900" dirty="0"/>
              <a:t>Hintergrundbilder</a:t>
            </a:r>
          </a:p>
          <a:p>
            <a:pPr lvl="1"/>
            <a:r>
              <a:rPr lang="de-DE" sz="2900" dirty="0"/>
              <a:t>Technik "CSS-Sprite"</a:t>
            </a:r>
          </a:p>
          <a:p>
            <a:r>
              <a:rPr lang="de-DE" sz="3400" b="1" dirty="0"/>
              <a:t>Grafik:</a:t>
            </a:r>
          </a:p>
          <a:p>
            <a:pPr lvl="1"/>
            <a:r>
              <a:rPr lang="de-DE" sz="2900" dirty="0"/>
              <a:t>Erstellung kleinerer GIF-Dateien ("bewegte Spielfiguren")</a:t>
            </a:r>
          </a:p>
          <a:p>
            <a:pPr lvl="1"/>
            <a:r>
              <a:rPr lang="de-DE" sz="2900" dirty="0"/>
              <a:t>Erstellung von </a:t>
            </a:r>
            <a:r>
              <a:rPr lang="de-DE" sz="2900" dirty="0" err="1"/>
              <a:t>Hintergundbildern</a:t>
            </a:r>
            <a:r>
              <a:rPr lang="de-DE" sz="2900" dirty="0"/>
              <a:t> und Dekorationen</a:t>
            </a:r>
          </a:p>
          <a:p>
            <a:pPr lvl="1"/>
            <a:r>
              <a:rPr lang="de-DE" sz="2900" dirty="0"/>
              <a:t>Empfehlung: Machen Sie sich mit dem kostenlosen Programm GIMP vertraut</a:t>
            </a:r>
          </a:p>
          <a:p>
            <a:r>
              <a:rPr lang="de-DE" sz="3400" b="1" dirty="0"/>
              <a:t>JavaScript: </a:t>
            </a:r>
          </a:p>
          <a:p>
            <a:pPr lvl="1"/>
            <a:r>
              <a:rPr lang="de-DE" sz="2900" dirty="0"/>
              <a:t>Lektionen 1 – 5 dieser Serie, </a:t>
            </a:r>
          </a:p>
          <a:p>
            <a:pPr lvl="1"/>
            <a:r>
              <a:rPr lang="de-DE" sz="2900" dirty="0"/>
              <a:t>Abschluss der Übungen "Bild einschweben" und "Tastatursteuerung"</a:t>
            </a:r>
          </a:p>
          <a:p>
            <a:pPr lvl="1"/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BB1F70-BD3F-47F4-BE4E-56902F67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B8578-4248-4EBD-9FCE-18ADC48B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737A36-8E8D-4CFE-B203-CC2E0BC5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B11F1-8763-455F-8346-3BF6086B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3C1EE6-E6F7-4C34-92DB-621D35D2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/>
              <a:t>Führen Sie eine Zeiterfassung / Arbeitsdokumentation!</a:t>
            </a:r>
          </a:p>
          <a:p>
            <a:pPr marL="0" indent="0">
              <a:buNone/>
            </a:pPr>
            <a:endParaRPr lang="de-DE" sz="1900" b="1" dirty="0"/>
          </a:p>
          <a:p>
            <a:r>
              <a:rPr lang="de-DE" sz="2600" dirty="0"/>
              <a:t>Dokumentieren Sie (Tabelle auf Papier, Excel etc.) </a:t>
            </a:r>
          </a:p>
          <a:p>
            <a:pPr lvl="1"/>
            <a:r>
              <a:rPr lang="de-DE" sz="2200" dirty="0"/>
              <a:t>Das angestrebte Tagesziel</a:t>
            </a:r>
          </a:p>
          <a:p>
            <a:pPr lvl="1"/>
            <a:r>
              <a:rPr lang="de-DE" sz="2200" dirty="0"/>
              <a:t>jeweils Beginn und Ende eines Arbeitsschrittes.</a:t>
            </a:r>
          </a:p>
          <a:p>
            <a:r>
              <a:rPr lang="de-DE" sz="2600" dirty="0"/>
              <a:t>Halten Sie die Zeitvorgaben ein!</a:t>
            </a:r>
          </a:p>
          <a:p>
            <a:r>
              <a:rPr lang="de-DE" sz="2600" dirty="0"/>
              <a:t>Begründen Sie eventuellen zeitlichen Mehrbedarf rechtzeitig gegenüber dem Auftraggeber (hier: Trainerin/Trainer).</a:t>
            </a:r>
          </a:p>
          <a:p>
            <a:r>
              <a:rPr lang="de-DE" sz="2600" dirty="0"/>
              <a:t>Dokumentieren Sie eventuell auftretende Probleme UND Ihre Lösungsansätze.</a:t>
            </a:r>
            <a:endParaRPr lang="de-AT" sz="26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DDBB91-8D82-4C65-A078-EB9A02CA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9C39F2-D84C-4FCD-A9BB-9339E647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B994D-974A-4026-973E-9FB05DA0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0925C-D717-4224-B8D0-34E430BA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08482-0AC0-4CF0-B4FD-D7B36CDD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b="1" dirty="0"/>
              <a:t>Schritt 1:</a:t>
            </a:r>
          </a:p>
          <a:p>
            <a:pPr marL="0" indent="0">
              <a:buNone/>
            </a:pPr>
            <a:r>
              <a:rPr lang="de-DE" dirty="0"/>
              <a:t>Finden Sie eine </a:t>
            </a:r>
            <a:r>
              <a:rPr lang="de-DE" b="1" i="1" dirty="0">
                <a:solidFill>
                  <a:srgbClr val="FF0000"/>
                </a:solidFill>
              </a:rPr>
              <a:t>umsetzbare</a:t>
            </a:r>
            <a:r>
              <a:rPr lang="de-DE" dirty="0"/>
              <a:t> (!) Spielidee!</a:t>
            </a:r>
          </a:p>
          <a:p>
            <a:r>
              <a:rPr lang="de-DE" dirty="0"/>
              <a:t>Das Spiel soll jugendfrei und nicht Gewaltverherrlichend sein! Humor und Spaß sind gern gesehen.</a:t>
            </a:r>
          </a:p>
          <a:p>
            <a:r>
              <a:rPr lang="de-DE" dirty="0"/>
              <a:t>Das Spiel soll mit der Maus und/oder den Tasten gesteuert werden.</a:t>
            </a:r>
          </a:p>
          <a:p>
            <a:r>
              <a:rPr lang="de-DE" dirty="0"/>
              <a:t>Die Spieloberfläche soll einfach und leicht verständlich sein.</a:t>
            </a:r>
          </a:p>
          <a:p>
            <a:r>
              <a:rPr lang="de-DE" dirty="0"/>
              <a:t>Die Spielfiguren sollen in der Bewegung animiert sein (Tipp: CSS-Sprite-Technik auf GIF-Animationen anwenden)</a:t>
            </a:r>
          </a:p>
          <a:p>
            <a:r>
              <a:rPr lang="de-DE" dirty="0"/>
              <a:t>Es sollen Punkte gezählt werden.</a:t>
            </a:r>
          </a:p>
          <a:p>
            <a:r>
              <a:rPr lang="de-DE" dirty="0"/>
              <a:t>Es soll ein definiertes Ende des Spiels geben (Erreichung einer bestimmten Punktzahl, Ablauf der Spielzeit etc.)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i="1" dirty="0"/>
              <a:t>Skizzieren Sie Ihre Spielidee schriftlich (Textbeschreibung UND Screendesign!)</a:t>
            </a:r>
          </a:p>
          <a:p>
            <a:pPr marL="0" indent="0">
              <a:buNone/>
            </a:pPr>
            <a:endParaRPr lang="de-DE" b="1" i="1" dirty="0"/>
          </a:p>
          <a:p>
            <a:pPr marL="0" indent="0">
              <a:buNone/>
            </a:pPr>
            <a:r>
              <a:rPr lang="de-DE" b="1" i="1" dirty="0">
                <a:solidFill>
                  <a:srgbClr val="FF0000"/>
                </a:solidFill>
              </a:rPr>
              <a:t>Zeitvorgabe für dieses Projektteil: 4 Unterrichtseinheiten</a:t>
            </a:r>
            <a:endParaRPr lang="de-AT" b="1" i="1" dirty="0">
              <a:solidFill>
                <a:srgbClr val="FF000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4B595-77B7-4AF9-93E0-8C13F0F7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1900B-7F18-40D7-8A7E-0C6D1290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81B48-867B-4092-B1AC-A979F3DB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74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0925C-D717-4224-B8D0-34E430BA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08482-0AC0-4CF0-B4FD-D7B36CDD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b="1" dirty="0"/>
              <a:t>Schritt 2:</a:t>
            </a:r>
          </a:p>
          <a:p>
            <a:pPr marL="0" indent="0">
              <a:buNone/>
            </a:pPr>
            <a:r>
              <a:rPr lang="de-DE" dirty="0"/>
              <a:t>Erstellen Sie die benötigten Grafiken!</a:t>
            </a:r>
          </a:p>
          <a:p>
            <a:r>
              <a:rPr lang="de-DE" dirty="0"/>
              <a:t>Das Hintergrundbild soll auf jedem Viewport funktionieren. </a:t>
            </a:r>
          </a:p>
          <a:p>
            <a:r>
              <a:rPr lang="de-DE" dirty="0"/>
              <a:t>Möglicherweise brauchen Sie Grafiken für Spielziele oder Hindernisse.</a:t>
            </a:r>
          </a:p>
          <a:p>
            <a:r>
              <a:rPr lang="de-DE" dirty="0"/>
              <a:t>Die Spielfiguren </a:t>
            </a:r>
          </a:p>
          <a:p>
            <a:pPr lvl="1"/>
            <a:r>
              <a:rPr lang="de-DE" dirty="0"/>
              <a:t>sollen animiert sein (z.B.: Bewegung nach links, rechts, Springen etc.)  </a:t>
            </a:r>
          </a:p>
          <a:p>
            <a:pPr lvl="1"/>
            <a:r>
              <a:rPr lang="de-DE" dirty="0"/>
              <a:t>alle Bewegungen sollen in einer einzigen GIF-Datei existieren</a:t>
            </a:r>
          </a:p>
          <a:p>
            <a:pPr lvl="1"/>
            <a:r>
              <a:rPr lang="de-DE" dirty="0"/>
              <a:t>Die Auswahl des jeweiligen Teilbildes erfolgt mithilfe der CSS-Sprite-Technologie. Zum Nachschlagen: Public/HTML-CSS-JavaScript/Einleitung-Beispiele/Sprite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i="1" dirty="0"/>
              <a:t>Verwenden Sie das Programm GIMP (</a:t>
            </a:r>
            <a:r>
              <a:rPr lang="de-DE" b="1" i="1" dirty="0">
                <a:hlinkClick r:id="rId2"/>
              </a:rPr>
              <a:t>https://www.gimp.org</a:t>
            </a:r>
            <a:r>
              <a:rPr lang="de-DE" b="1" i="1" dirty="0"/>
              <a:t>)</a:t>
            </a:r>
          </a:p>
          <a:p>
            <a:pPr marL="0" indent="0">
              <a:buNone/>
            </a:pPr>
            <a:endParaRPr lang="de-DE" b="1" i="1" dirty="0"/>
          </a:p>
          <a:p>
            <a:pPr marL="0" indent="0">
              <a:buNone/>
            </a:pPr>
            <a:r>
              <a:rPr lang="de-DE" b="1" i="1" dirty="0">
                <a:solidFill>
                  <a:srgbClr val="FF0000"/>
                </a:solidFill>
              </a:rPr>
              <a:t>Zeitvorgabe für dieses Projektteil: 20 Unterrichtseinheiten – inkl. Einarbeitung in GIMP!</a:t>
            </a:r>
            <a:endParaRPr lang="de-AT" b="1" i="1" dirty="0">
              <a:solidFill>
                <a:srgbClr val="FF000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4B595-77B7-4AF9-93E0-8C13F0F7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1900B-7F18-40D7-8A7E-0C6D1290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81B48-867B-4092-B1AC-A979F3DB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5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0925C-D717-4224-B8D0-34E430BA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08482-0AC0-4CF0-B4FD-D7B36CDD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/>
              <a:t>Schritt 3:</a:t>
            </a:r>
          </a:p>
          <a:p>
            <a:r>
              <a:rPr lang="de-DE" dirty="0"/>
              <a:t>Setzen Sie Ihre Spielidee in der Form einer Webseite um!</a:t>
            </a:r>
          </a:p>
          <a:p>
            <a:r>
              <a:rPr lang="de-DE" dirty="0"/>
              <a:t>Testen Sie Ihr Spiel!</a:t>
            </a:r>
          </a:p>
          <a:p>
            <a:r>
              <a:rPr lang="de-DE" dirty="0"/>
              <a:t>Lassen Sie Kolleginnen und Kollegen das Spiel testen und überarbeiten Sie das Programm gemäß dem erhaltenen Feedback</a:t>
            </a:r>
          </a:p>
          <a:p>
            <a:r>
              <a:rPr lang="de-DE" dirty="0"/>
              <a:t>Arbeiten Sie das Spiel in Ihr Web-Portfolio ein. – Die Menüstruktur des Web-Portfolios soll nach wie vor funktionsfähig sein.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i="1" dirty="0">
                <a:solidFill>
                  <a:srgbClr val="FF0000"/>
                </a:solidFill>
              </a:rPr>
              <a:t>Zeitvorgabe für dieses Projektteil: 24 Unterrichtseinheiten</a:t>
            </a:r>
            <a:endParaRPr lang="de-AT" b="1" i="1" dirty="0">
              <a:solidFill>
                <a:srgbClr val="FF000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4B595-77B7-4AF9-93E0-8C13F0F7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1900B-7F18-40D7-8A7E-0C6D1290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81B48-867B-4092-B1AC-A979F3DB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78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0925C-D717-4224-B8D0-34E430BA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</a:t>
            </a:r>
            <a:br>
              <a:rPr lang="de-DE" dirty="0"/>
            </a:br>
            <a:r>
              <a:rPr lang="de-DE" dirty="0"/>
              <a:t>Das eigene Browsergame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08482-0AC0-4CF0-B4FD-D7B36CDDA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DE" b="1" dirty="0"/>
              <a:t>Schritt 4:</a:t>
            </a:r>
          </a:p>
          <a:p>
            <a:r>
              <a:rPr lang="de-DE" dirty="0"/>
              <a:t>Ergänzen Sie die Dokumentation für das Projekt</a:t>
            </a:r>
          </a:p>
          <a:p>
            <a:pPr lvl="1"/>
            <a:r>
              <a:rPr lang="de-DE" dirty="0"/>
              <a:t>Fehlen Kommentarzeilen im Programmcode?</a:t>
            </a:r>
          </a:p>
          <a:p>
            <a:pPr lvl="1"/>
            <a:r>
              <a:rPr lang="de-DE" dirty="0"/>
              <a:t>Gibt es eine Bedienungsanleitung</a:t>
            </a:r>
          </a:p>
          <a:p>
            <a:r>
              <a:rPr lang="de-DE" dirty="0"/>
              <a:t>Führen Sie eine Übergabe durch:</a:t>
            </a:r>
          </a:p>
          <a:p>
            <a:pPr lvl="1"/>
            <a:r>
              <a:rPr lang="de-DE" dirty="0"/>
              <a:t>Präsentation in der Gruppe</a:t>
            </a:r>
          </a:p>
          <a:p>
            <a:pPr lvl="1"/>
            <a:r>
              <a:rPr lang="de-DE" dirty="0"/>
              <a:t>Abschlussfreigabe durch das Trainerteam</a:t>
            </a:r>
          </a:p>
          <a:p>
            <a:pPr lvl="1"/>
            <a:endParaRPr lang="de-DE" dirty="0"/>
          </a:p>
          <a:p>
            <a:pPr marL="0" indent="0">
              <a:buNone/>
            </a:pPr>
            <a:r>
              <a:rPr lang="de-DE" b="1" i="1" dirty="0">
                <a:solidFill>
                  <a:srgbClr val="FF0000"/>
                </a:solidFill>
              </a:rPr>
              <a:t>Zeitvorgabe für dieses Projektteil: 8 Unterrichtseinheiten</a:t>
            </a:r>
            <a:endParaRPr lang="de-AT" b="1" i="1" dirty="0">
              <a:solidFill>
                <a:srgbClr val="FF0000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4B595-77B7-4AF9-93E0-8C13F0F7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614-A5E6-4595-A385-D66D98E34799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1900B-7F18-40D7-8A7E-0C6D1290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81B48-867B-4092-B1AC-A979F3DB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6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C78AC-9678-49A1-BBC0-947CB4093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JavaScript – Ereignisse (Events)</a:t>
            </a:r>
            <a:br>
              <a:rPr lang="de-DE" dirty="0"/>
            </a:br>
            <a:r>
              <a:rPr lang="de-DE" sz="2400" dirty="0"/>
              <a:t>Recherchequellen</a:t>
            </a:r>
            <a:endParaRPr lang="de-AT" sz="240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794526-71BC-4A4B-AC3C-53486AFD5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1764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Gute Recherchequellen für weitere Informationen sind weiterhin:</a:t>
            </a:r>
          </a:p>
          <a:p>
            <a:r>
              <a:rPr lang="de-AT" dirty="0">
                <a:hlinkClick r:id="rId2"/>
              </a:rPr>
              <a:t>https://www.w3schools.com/js/default.asp</a:t>
            </a:r>
            <a:endParaRPr lang="de-AT" dirty="0"/>
          </a:p>
          <a:p>
            <a:r>
              <a:rPr lang="de-AT" dirty="0">
                <a:hlinkClick r:id="rId3"/>
              </a:rPr>
              <a:t>https://developer.mozilla.org/de/docs/Web/JavaScript</a:t>
            </a:r>
            <a:endParaRPr lang="de-AT" dirty="0"/>
          </a:p>
          <a:p>
            <a:r>
              <a:rPr lang="de-AT" dirty="0">
                <a:hlinkClick r:id="rId4"/>
              </a:rPr>
              <a:t>https://www.ecma-international.org/publications-and-standards/standards/ecma-262/</a:t>
            </a:r>
            <a:endParaRPr lang="de-AT" dirty="0"/>
          </a:p>
          <a:p>
            <a:r>
              <a:rPr lang="de-AT" dirty="0">
                <a:hlinkClick r:id="rId5"/>
              </a:rPr>
              <a:t>https://de.wikipedia.org/wiki/JavaScript</a:t>
            </a:r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  <a:p>
            <a:pPr marL="0" indent="0">
              <a:buNone/>
            </a:pPr>
            <a:endParaRPr lang="de-AT" dirty="0"/>
          </a:p>
          <a:p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EAC897-5ACA-48F4-BF4C-643D7C87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059F-4676-4F14-9CA1-969B21B14C77}" type="datetime4">
              <a:rPr lang="de-AT" smtClean="0"/>
              <a:t>10. Juli 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E8C230-5916-4771-83DF-029EDC85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bfi-Kärnten, IT-L@B Villach - Robert Schoblick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F92CEF-98C4-4EAC-8E06-70B4C174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0007B-01BE-46AD-ADFC-481E8EB82C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8424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Bildschirmpräsentation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Larissa</vt:lpstr>
      <vt:lpstr>Einführung in das Webdesign</vt:lpstr>
      <vt:lpstr>JavaScript Das eigene Browsergame</vt:lpstr>
      <vt:lpstr>JavaScript Das eigene Browsergame</vt:lpstr>
      <vt:lpstr>JavaScript Das eigene Browsergame</vt:lpstr>
      <vt:lpstr>JavaScript Das eigene Browsergame</vt:lpstr>
      <vt:lpstr>JavaScript Das eigene Browsergame</vt:lpstr>
      <vt:lpstr>JavaScript Das eigene Browsergame</vt:lpstr>
      <vt:lpstr>JavaScript Das eigene Browsergame</vt:lpstr>
      <vt:lpstr>JavaScript – Ereignisse (Events) Recherchequellen</vt:lpstr>
    </vt:vector>
  </TitlesOfParts>
  <Company>bfi Kärnten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Robert Schoblick</dc:creator>
  <cp:lastModifiedBy>viuser</cp:lastModifiedBy>
  <cp:revision>333</cp:revision>
  <dcterms:created xsi:type="dcterms:W3CDTF">2020-07-07T11:31:58Z</dcterms:created>
  <dcterms:modified xsi:type="dcterms:W3CDTF">2023-07-10T09:11:13Z</dcterms:modified>
</cp:coreProperties>
</file>