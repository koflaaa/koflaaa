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01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7300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219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598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323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42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916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8215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82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730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1660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416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9934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8932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192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1993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5078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222919-1B8F-4D0C-8E79-86298C060FF4}" type="datetimeFigureOut">
              <a:rPr lang="de-AT" smtClean="0"/>
              <a:t>08.05.2023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4B8127-445E-4285-A6E6-94F52C4BCC5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7001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292E5-EC3E-432A-9D83-7D280FA56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6155" y="0"/>
            <a:ext cx="3662647" cy="755904"/>
          </a:xfrm>
        </p:spPr>
        <p:txBody>
          <a:bodyPr anchor="ctr">
            <a:normAutofit fontScale="90000"/>
          </a:bodyPr>
          <a:lstStyle/>
          <a:p>
            <a:r>
              <a:rPr lang="de-AT" sz="4400" dirty="0"/>
              <a:t>ER-Modell</a:t>
            </a:r>
            <a:r>
              <a:rPr lang="de-AT" dirty="0"/>
              <a:t> 1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F621F08-D272-4DDA-BCD6-8E70286E9AC3}"/>
              </a:ext>
            </a:extLst>
          </p:cNvPr>
          <p:cNvSpPr/>
          <p:nvPr/>
        </p:nvSpPr>
        <p:spPr>
          <a:xfrm>
            <a:off x="9541982" y="1768404"/>
            <a:ext cx="1188720" cy="5608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u="sng" dirty="0"/>
              <a:t>Z</a:t>
            </a:r>
            <a:r>
              <a:rPr lang="de-AT" sz="1400" u="sng" dirty="0" err="1"/>
              <a:t>imr</a:t>
            </a:r>
            <a:r>
              <a:rPr lang="de-AT" sz="1400" u="sng" dirty="0"/>
              <a:t>.</a:t>
            </a:r>
          </a:p>
          <a:p>
            <a:pPr algn="ctr"/>
            <a:r>
              <a:rPr lang="de-DE" sz="1400" u="sng" dirty="0"/>
              <a:t>N</a:t>
            </a:r>
            <a:r>
              <a:rPr lang="de-AT" sz="1400" u="sng" dirty="0"/>
              <a:t>r.</a:t>
            </a:r>
            <a:endParaRPr lang="de-AT" u="sng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63129218-C889-4341-9A57-3C8B1F16DCFD}"/>
              </a:ext>
            </a:extLst>
          </p:cNvPr>
          <p:cNvSpPr/>
          <p:nvPr/>
        </p:nvSpPr>
        <p:spPr>
          <a:xfrm>
            <a:off x="7666579" y="1774312"/>
            <a:ext cx="1322832" cy="560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Büro</a:t>
            </a:r>
          </a:p>
          <a:p>
            <a:pPr algn="ctr"/>
            <a:r>
              <a:rPr lang="de-AT" sz="1400" dirty="0"/>
              <a:t>räume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01F9C5F4-80FD-495C-AE30-635EDF08ACB6}"/>
              </a:ext>
            </a:extLst>
          </p:cNvPr>
          <p:cNvSpPr/>
          <p:nvPr/>
        </p:nvSpPr>
        <p:spPr>
          <a:xfrm>
            <a:off x="1980376" y="1719260"/>
            <a:ext cx="201777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Mitarbeiter</a:t>
            </a:r>
          </a:p>
        </p:txBody>
      </p:sp>
      <p:sp>
        <p:nvSpPr>
          <p:cNvPr id="79" name="Raute 78">
            <a:extLst>
              <a:ext uri="{FF2B5EF4-FFF2-40B4-BE49-F238E27FC236}">
                <a16:creationId xmlns:a16="http://schemas.microsoft.com/office/drawing/2014/main" id="{B6A3E63C-4B76-486E-B2DB-97B8A8D4BEFA}"/>
              </a:ext>
            </a:extLst>
          </p:cNvPr>
          <p:cNvSpPr/>
          <p:nvPr/>
        </p:nvSpPr>
        <p:spPr>
          <a:xfrm>
            <a:off x="5113580" y="1508760"/>
            <a:ext cx="1627632" cy="1066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sitzen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C3BE68CC-7F96-48CA-A710-C6B631803AB5}"/>
              </a:ext>
            </a:extLst>
          </p:cNvPr>
          <p:cNvSpPr/>
          <p:nvPr/>
        </p:nvSpPr>
        <p:spPr>
          <a:xfrm>
            <a:off x="205522" y="884078"/>
            <a:ext cx="125577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Titel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BB8FA312-DA36-4330-8CF8-417A5CF45DDC}"/>
              </a:ext>
            </a:extLst>
          </p:cNvPr>
          <p:cNvSpPr/>
          <p:nvPr/>
        </p:nvSpPr>
        <p:spPr>
          <a:xfrm>
            <a:off x="205522" y="1545494"/>
            <a:ext cx="125577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Status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617D0D9F-1EE8-43E5-8997-B0687993E1E5}"/>
              </a:ext>
            </a:extLst>
          </p:cNvPr>
          <p:cNvSpPr/>
          <p:nvPr/>
        </p:nvSpPr>
        <p:spPr>
          <a:xfrm>
            <a:off x="205522" y="2203862"/>
            <a:ext cx="125577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Name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1DF59666-C2B6-462D-ACE3-317FA8C9145A}"/>
              </a:ext>
            </a:extLst>
          </p:cNvPr>
          <p:cNvSpPr/>
          <p:nvPr/>
        </p:nvSpPr>
        <p:spPr>
          <a:xfrm>
            <a:off x="205522" y="2898806"/>
            <a:ext cx="125577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u="sng" dirty="0" err="1"/>
              <a:t>Pers.Nr</a:t>
            </a:r>
            <a:r>
              <a:rPr lang="de-AT" sz="1400" u="sng" dirty="0"/>
              <a:t>.</a:t>
            </a:r>
          </a:p>
        </p:txBody>
      </p: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A7879810-36A1-427A-9507-29F89B47E6B3}"/>
              </a:ext>
            </a:extLst>
          </p:cNvPr>
          <p:cNvCxnSpPr>
            <a:cxnSpLocks/>
            <a:stCxn id="79" idx="3"/>
            <a:endCxn id="77" idx="1"/>
          </p:cNvCxnSpPr>
          <p:nvPr/>
        </p:nvCxnSpPr>
        <p:spPr>
          <a:xfrm>
            <a:off x="6741212" y="2042160"/>
            <a:ext cx="925367" cy="12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>
            <a:extLst>
              <a:ext uri="{FF2B5EF4-FFF2-40B4-BE49-F238E27FC236}">
                <a16:creationId xmlns:a16="http://schemas.microsoft.com/office/drawing/2014/main" id="{3D277AC0-B67C-4836-BAFC-54CEB8602686}"/>
              </a:ext>
            </a:extLst>
          </p:cNvPr>
          <p:cNvSpPr/>
          <p:nvPr/>
        </p:nvSpPr>
        <p:spPr>
          <a:xfrm>
            <a:off x="6379359" y="2995378"/>
            <a:ext cx="1627631" cy="791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Amtlicher Apparat</a:t>
            </a:r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1BE46B32-304B-44FA-AAD7-151D615F1618}"/>
              </a:ext>
            </a:extLst>
          </p:cNvPr>
          <p:cNvSpPr/>
          <p:nvPr/>
        </p:nvSpPr>
        <p:spPr>
          <a:xfrm>
            <a:off x="7544087" y="5743475"/>
            <a:ext cx="1567815" cy="833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u="sng" dirty="0" err="1"/>
              <a:t>Tele.Nr</a:t>
            </a:r>
            <a:r>
              <a:rPr lang="de-AT" sz="1400" u="sng" dirty="0"/>
              <a:t>.</a:t>
            </a:r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7A15481A-0479-4B91-A5F7-69ACECA1DB40}"/>
              </a:ext>
            </a:extLst>
          </p:cNvPr>
          <p:cNvSpPr/>
          <p:nvPr/>
        </p:nvSpPr>
        <p:spPr>
          <a:xfrm>
            <a:off x="8680513" y="2989470"/>
            <a:ext cx="1490663" cy="8306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Haus Apparat</a:t>
            </a:r>
          </a:p>
        </p:txBody>
      </p: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4254130B-8123-4532-B9E9-4C6BE609B409}"/>
              </a:ext>
            </a:extLst>
          </p:cNvPr>
          <p:cNvCxnSpPr>
            <a:stCxn id="82" idx="5"/>
            <a:endCxn id="78" idx="1"/>
          </p:cNvCxnSpPr>
          <p:nvPr/>
        </p:nvCxnSpPr>
        <p:spPr>
          <a:xfrm>
            <a:off x="1277394" y="1315949"/>
            <a:ext cx="702982" cy="73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FBBB09E-D1DD-4225-A7EE-EF0753F6DBFF}"/>
              </a:ext>
            </a:extLst>
          </p:cNvPr>
          <p:cNvCxnSpPr>
            <a:stCxn id="83" idx="6"/>
            <a:endCxn id="78" idx="1"/>
          </p:cNvCxnSpPr>
          <p:nvPr/>
        </p:nvCxnSpPr>
        <p:spPr>
          <a:xfrm>
            <a:off x="1461298" y="1798478"/>
            <a:ext cx="519078" cy="249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BC56D03-3B3F-40C2-B907-1B150D1DD9FB}"/>
              </a:ext>
            </a:extLst>
          </p:cNvPr>
          <p:cNvCxnSpPr>
            <a:stCxn id="84" idx="6"/>
            <a:endCxn id="78" idx="1"/>
          </p:cNvCxnSpPr>
          <p:nvPr/>
        </p:nvCxnSpPr>
        <p:spPr>
          <a:xfrm flipV="1">
            <a:off x="1461298" y="2048444"/>
            <a:ext cx="519078" cy="408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9F8666E-4BD4-4A3E-BECD-C847FA039991}"/>
              </a:ext>
            </a:extLst>
          </p:cNvPr>
          <p:cNvCxnSpPr>
            <a:stCxn id="85" idx="7"/>
            <a:endCxn id="78" idx="1"/>
          </p:cNvCxnSpPr>
          <p:nvPr/>
        </p:nvCxnSpPr>
        <p:spPr>
          <a:xfrm flipV="1">
            <a:off x="1277394" y="2048444"/>
            <a:ext cx="702982" cy="924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D9DD896-9E92-42C3-9800-465F86016250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8989411" y="2048820"/>
            <a:ext cx="661416" cy="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5C3DAA8-80CA-44D4-81BA-624CAF399493}"/>
              </a:ext>
            </a:extLst>
          </p:cNvPr>
          <p:cNvCxnSpPr>
            <a:stCxn id="78" idx="3"/>
            <a:endCxn id="79" idx="1"/>
          </p:cNvCxnSpPr>
          <p:nvPr/>
        </p:nvCxnSpPr>
        <p:spPr>
          <a:xfrm flipV="1">
            <a:off x="3998152" y="2042160"/>
            <a:ext cx="1115428" cy="6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096C6750-FD6C-43CC-BF43-0D076DB57429}"/>
              </a:ext>
            </a:extLst>
          </p:cNvPr>
          <p:cNvCxnSpPr>
            <a:cxnSpLocks/>
            <a:stCxn id="77" idx="2"/>
            <a:endCxn id="128" idx="7"/>
          </p:cNvCxnSpPr>
          <p:nvPr/>
        </p:nvCxnSpPr>
        <p:spPr>
          <a:xfrm flipH="1">
            <a:off x="7768629" y="2335144"/>
            <a:ext cx="559366" cy="776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E3546694-A957-40BC-A2A5-B650E3DC8F84}"/>
              </a:ext>
            </a:extLst>
          </p:cNvPr>
          <p:cNvCxnSpPr>
            <a:cxnSpLocks/>
            <a:stCxn id="77" idx="2"/>
            <a:endCxn id="140" idx="1"/>
          </p:cNvCxnSpPr>
          <p:nvPr/>
        </p:nvCxnSpPr>
        <p:spPr>
          <a:xfrm>
            <a:off x="8327995" y="2335144"/>
            <a:ext cx="570821" cy="775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aute 95">
            <a:extLst>
              <a:ext uri="{FF2B5EF4-FFF2-40B4-BE49-F238E27FC236}">
                <a16:creationId xmlns:a16="http://schemas.microsoft.com/office/drawing/2014/main" id="{A514FA07-E115-4375-9C11-C5844633F261}"/>
              </a:ext>
            </a:extLst>
          </p:cNvPr>
          <p:cNvSpPr/>
          <p:nvPr/>
        </p:nvSpPr>
        <p:spPr>
          <a:xfrm>
            <a:off x="7484253" y="4170611"/>
            <a:ext cx="1687485" cy="111292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Telefone</a:t>
            </a: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743074BF-4ABC-48B8-9924-0AAA9CB9A33F}"/>
              </a:ext>
            </a:extLst>
          </p:cNvPr>
          <p:cNvCxnSpPr>
            <a:cxnSpLocks/>
            <a:stCxn id="128" idx="4"/>
            <a:endCxn id="96" idx="0"/>
          </p:cNvCxnSpPr>
          <p:nvPr/>
        </p:nvCxnSpPr>
        <p:spPr>
          <a:xfrm>
            <a:off x="7193175" y="3786422"/>
            <a:ext cx="1134821" cy="384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26219834-2118-460E-9801-8DF01DA1CF66}"/>
              </a:ext>
            </a:extLst>
          </p:cNvPr>
          <p:cNvCxnSpPr>
            <a:cxnSpLocks/>
            <a:stCxn id="96" idx="0"/>
            <a:endCxn id="140" idx="4"/>
          </p:cNvCxnSpPr>
          <p:nvPr/>
        </p:nvCxnSpPr>
        <p:spPr>
          <a:xfrm flipV="1">
            <a:off x="8327996" y="3820078"/>
            <a:ext cx="1097849" cy="350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2E02B6B-9E7D-4C9D-ADE1-B4649E4067EC}"/>
              </a:ext>
            </a:extLst>
          </p:cNvPr>
          <p:cNvCxnSpPr>
            <a:stCxn id="96" idx="2"/>
            <a:endCxn id="129" idx="0"/>
          </p:cNvCxnSpPr>
          <p:nvPr/>
        </p:nvCxnSpPr>
        <p:spPr>
          <a:xfrm flipH="1">
            <a:off x="8327995" y="5283532"/>
            <a:ext cx="1" cy="45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feld 107">
            <a:extLst>
              <a:ext uri="{FF2B5EF4-FFF2-40B4-BE49-F238E27FC236}">
                <a16:creationId xmlns:a16="http://schemas.microsoft.com/office/drawing/2014/main" id="{FD0CA20D-CB03-4B0E-A825-C6F328020874}"/>
              </a:ext>
            </a:extLst>
          </p:cNvPr>
          <p:cNvSpPr txBox="1"/>
          <p:nvPr/>
        </p:nvSpPr>
        <p:spPr>
          <a:xfrm>
            <a:off x="3965944" y="2028831"/>
            <a:ext cx="326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N</a:t>
            </a:r>
            <a:endParaRPr lang="de-AT" sz="1400" dirty="0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41AF866-F82F-4247-B4CB-8664225DC200}"/>
              </a:ext>
            </a:extLst>
          </p:cNvPr>
          <p:cNvSpPr txBox="1"/>
          <p:nvPr/>
        </p:nvSpPr>
        <p:spPr>
          <a:xfrm>
            <a:off x="7321550" y="2019781"/>
            <a:ext cx="312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1</a:t>
            </a:r>
            <a:endParaRPr lang="de-AT" sz="1400" dirty="0"/>
          </a:p>
        </p:txBody>
      </p:sp>
    </p:spTree>
    <p:extLst>
      <p:ext uri="{BB962C8B-B14F-4D97-AF65-F5344CB8AC3E}">
        <p14:creationId xmlns:p14="http://schemas.microsoft.com/office/powerpoint/2010/main" val="286630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A4639-31B0-44D4-952A-5F9FEE91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803" y="0"/>
            <a:ext cx="3016932" cy="818080"/>
          </a:xfrm>
        </p:spPr>
        <p:txBody>
          <a:bodyPr/>
          <a:lstStyle/>
          <a:p>
            <a:r>
              <a:rPr lang="de-DE" dirty="0"/>
              <a:t>ER-Modell 2</a:t>
            </a:r>
            <a:endParaRPr lang="de-AT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0E06CD4-80C3-496D-96A3-3BA4A5F0856F}"/>
              </a:ext>
            </a:extLst>
          </p:cNvPr>
          <p:cNvSpPr/>
          <p:nvPr/>
        </p:nvSpPr>
        <p:spPr>
          <a:xfrm>
            <a:off x="1928124" y="1743486"/>
            <a:ext cx="201777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Mitarbeiter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71BB7C9-AEEA-4BF1-8F67-18A7CD38151B}"/>
              </a:ext>
            </a:extLst>
          </p:cNvPr>
          <p:cNvSpPr/>
          <p:nvPr/>
        </p:nvSpPr>
        <p:spPr>
          <a:xfrm>
            <a:off x="159228" y="482802"/>
            <a:ext cx="1327187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Geburtsd</a:t>
            </a:r>
            <a:r>
              <a:rPr lang="de-AT" sz="1400" dirty="0"/>
              <a:t>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8245364-8AA8-4AD6-96C9-166D23A60165}"/>
              </a:ext>
            </a:extLst>
          </p:cNvPr>
          <p:cNvSpPr/>
          <p:nvPr/>
        </p:nvSpPr>
        <p:spPr>
          <a:xfrm>
            <a:off x="159229" y="1144218"/>
            <a:ext cx="132718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Gehalt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DE882F9-1DB9-4EF3-A942-3926F1671139}"/>
              </a:ext>
            </a:extLst>
          </p:cNvPr>
          <p:cNvSpPr/>
          <p:nvPr/>
        </p:nvSpPr>
        <p:spPr>
          <a:xfrm>
            <a:off x="159229" y="1802586"/>
            <a:ext cx="132718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Name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882D35-CF84-4AE7-BECD-5AED6BB7A2F1}"/>
              </a:ext>
            </a:extLst>
          </p:cNvPr>
          <p:cNvSpPr/>
          <p:nvPr/>
        </p:nvSpPr>
        <p:spPr>
          <a:xfrm>
            <a:off x="159228" y="2497530"/>
            <a:ext cx="1327185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u="sng" dirty="0" err="1"/>
              <a:t>Pers.Nr</a:t>
            </a:r>
            <a:r>
              <a:rPr lang="de-AT" sz="1400" u="sng" dirty="0"/>
              <a:t>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D68A3B-0872-44BA-809C-23E169AA40D5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1292053" y="914673"/>
            <a:ext cx="636071" cy="1063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5337F1F-DA2F-4090-B1E1-3F4802E25CCB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486415" y="1397202"/>
            <a:ext cx="441709" cy="580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F407908-AC5F-49EA-9F8B-7A362133D39E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1486415" y="1978094"/>
            <a:ext cx="441709" cy="77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DEEDD33-53F2-4A73-A4E6-A7C350472513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1292051" y="1978094"/>
            <a:ext cx="636073" cy="593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2AECAFFC-9C31-4913-BA7A-73EC73823AC7}"/>
              </a:ext>
            </a:extLst>
          </p:cNvPr>
          <p:cNvSpPr/>
          <p:nvPr/>
        </p:nvSpPr>
        <p:spPr>
          <a:xfrm>
            <a:off x="159227" y="3192474"/>
            <a:ext cx="1327185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Privat</a:t>
            </a:r>
          </a:p>
          <a:p>
            <a:pPr algn="ctr"/>
            <a:r>
              <a:rPr lang="de-AT" sz="1400" dirty="0" err="1"/>
              <a:t>Addre</a:t>
            </a:r>
            <a:r>
              <a:rPr lang="de-AT" sz="1400" dirty="0"/>
              <a:t>.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6FAF853-F19B-4242-8EEC-3A69AF0A4CA6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1486412" y="1978094"/>
            <a:ext cx="441712" cy="1467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aute 18">
            <a:extLst>
              <a:ext uri="{FF2B5EF4-FFF2-40B4-BE49-F238E27FC236}">
                <a16:creationId xmlns:a16="http://schemas.microsoft.com/office/drawing/2014/main" id="{3CE3ABD3-2495-442A-BF41-289CD6B49F9F}"/>
              </a:ext>
            </a:extLst>
          </p:cNvPr>
          <p:cNvSpPr/>
          <p:nvPr/>
        </p:nvSpPr>
        <p:spPr>
          <a:xfrm>
            <a:off x="5059650" y="1547637"/>
            <a:ext cx="1627632" cy="1066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arbeiten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1104968-23AF-40DC-852A-7943D73EE8B5}"/>
              </a:ext>
            </a:extLst>
          </p:cNvPr>
          <p:cNvCxnSpPr>
            <a:stCxn id="3" idx="3"/>
            <a:endCxn id="19" idx="1"/>
          </p:cNvCxnSpPr>
          <p:nvPr/>
        </p:nvCxnSpPr>
        <p:spPr>
          <a:xfrm>
            <a:off x="3945900" y="2072670"/>
            <a:ext cx="1113750" cy="8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19EDAB87-6B2D-441C-9E9A-63B71DE31CF3}"/>
              </a:ext>
            </a:extLst>
          </p:cNvPr>
          <p:cNvSpPr/>
          <p:nvPr/>
        </p:nvSpPr>
        <p:spPr>
          <a:xfrm>
            <a:off x="7917935" y="1743486"/>
            <a:ext cx="2017776" cy="675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Abteilung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654DD4E-A04A-48D9-B42F-10262D26D029}"/>
              </a:ext>
            </a:extLst>
          </p:cNvPr>
          <p:cNvSpPr/>
          <p:nvPr/>
        </p:nvSpPr>
        <p:spPr>
          <a:xfrm>
            <a:off x="10263875" y="1171377"/>
            <a:ext cx="1327187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u="sng" dirty="0"/>
              <a:t>Abteil.</a:t>
            </a:r>
          </a:p>
          <a:p>
            <a:pPr algn="ctr"/>
            <a:r>
              <a:rPr lang="de-DE" sz="1400" u="sng" dirty="0"/>
              <a:t>Nr.</a:t>
            </a:r>
            <a:endParaRPr lang="de-AT" sz="1400" u="sng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E89DF35-E704-46AE-B22D-DE9ED934E3FC}"/>
              </a:ext>
            </a:extLst>
          </p:cNvPr>
          <p:cNvSpPr/>
          <p:nvPr/>
        </p:nvSpPr>
        <p:spPr>
          <a:xfrm>
            <a:off x="10263876" y="1832793"/>
            <a:ext cx="132718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Name</a:t>
            </a:r>
            <a:endParaRPr lang="de-AT" sz="140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C97C5CD-A6F3-4B9F-8C1E-7DFBBFACB386}"/>
              </a:ext>
            </a:extLst>
          </p:cNvPr>
          <p:cNvSpPr/>
          <p:nvPr/>
        </p:nvSpPr>
        <p:spPr>
          <a:xfrm>
            <a:off x="10263876" y="2491161"/>
            <a:ext cx="1327186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Ort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C04D16E-70C5-400E-A21A-4FACA7F9641D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6687282" y="2081037"/>
            <a:ext cx="12306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37DE310B-6624-440F-A2D4-01C36DEA3F08}"/>
              </a:ext>
            </a:extLst>
          </p:cNvPr>
          <p:cNvCxnSpPr>
            <a:stCxn id="23" idx="3"/>
            <a:endCxn id="22" idx="3"/>
          </p:cNvCxnSpPr>
          <p:nvPr/>
        </p:nvCxnSpPr>
        <p:spPr>
          <a:xfrm flipH="1">
            <a:off x="9935711" y="1603248"/>
            <a:ext cx="522526" cy="477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054AF9D-9825-4EE7-8D0B-1A60BE8C13F8}"/>
              </a:ext>
            </a:extLst>
          </p:cNvPr>
          <p:cNvCxnSpPr>
            <a:stCxn id="24" idx="2"/>
            <a:endCxn id="22" idx="3"/>
          </p:cNvCxnSpPr>
          <p:nvPr/>
        </p:nvCxnSpPr>
        <p:spPr>
          <a:xfrm flipH="1" flipV="1">
            <a:off x="9935711" y="2081037"/>
            <a:ext cx="328165" cy="4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6FD8C80-941B-4998-9707-86A23DE48801}"/>
              </a:ext>
            </a:extLst>
          </p:cNvPr>
          <p:cNvCxnSpPr>
            <a:stCxn id="25" idx="1"/>
            <a:endCxn id="22" idx="3"/>
          </p:cNvCxnSpPr>
          <p:nvPr/>
        </p:nvCxnSpPr>
        <p:spPr>
          <a:xfrm flipH="1" flipV="1">
            <a:off x="9935711" y="2081037"/>
            <a:ext cx="522527" cy="484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lipse 36">
            <a:extLst>
              <a:ext uri="{FF2B5EF4-FFF2-40B4-BE49-F238E27FC236}">
                <a16:creationId xmlns:a16="http://schemas.microsoft.com/office/drawing/2014/main" id="{AA06B907-5A27-43F1-A7F1-BD0C6D649E0C}"/>
              </a:ext>
            </a:extLst>
          </p:cNvPr>
          <p:cNvSpPr/>
          <p:nvPr/>
        </p:nvSpPr>
        <p:spPr>
          <a:xfrm>
            <a:off x="228104" y="3950179"/>
            <a:ext cx="1327185" cy="505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Tätigkeit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4B12944D-5114-40A7-83A2-163733BB04F3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360927" y="1978094"/>
            <a:ext cx="567197" cy="2046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16A6A21A-8FCA-448A-A6FA-2402EBAA8B44}"/>
              </a:ext>
            </a:extLst>
          </p:cNvPr>
          <p:cNvSpPr/>
          <p:nvPr/>
        </p:nvSpPr>
        <p:spPr>
          <a:xfrm>
            <a:off x="7917935" y="3043047"/>
            <a:ext cx="2017776" cy="65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Projekte</a:t>
            </a:r>
            <a:endParaRPr lang="de-AT" sz="1400" dirty="0"/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1AD3AE3-96CF-49C0-B5C2-985B4F151D5B}"/>
              </a:ext>
            </a:extLst>
          </p:cNvPr>
          <p:cNvCxnSpPr>
            <a:cxnSpLocks/>
            <a:stCxn id="22" idx="2"/>
            <a:endCxn id="50" idx="0"/>
          </p:cNvCxnSpPr>
          <p:nvPr/>
        </p:nvCxnSpPr>
        <p:spPr>
          <a:xfrm>
            <a:off x="8926823" y="2418588"/>
            <a:ext cx="0" cy="624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AB1BA81F-95E2-418C-A603-F651963AE186}"/>
              </a:ext>
            </a:extLst>
          </p:cNvPr>
          <p:cNvSpPr txBox="1"/>
          <p:nvPr/>
        </p:nvSpPr>
        <p:spPr>
          <a:xfrm>
            <a:off x="3945116" y="2138481"/>
            <a:ext cx="32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  <a:endParaRPr lang="de-AT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85388D19-92F9-47D8-9834-A7B4DF9CCF43}"/>
              </a:ext>
            </a:extLst>
          </p:cNvPr>
          <p:cNvSpPr txBox="1"/>
          <p:nvPr/>
        </p:nvSpPr>
        <p:spPr>
          <a:xfrm>
            <a:off x="7472867" y="2090194"/>
            <a:ext cx="32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27040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TM04033929[[fn=Schiefer]]</Template>
  <TotalTime>0</TotalTime>
  <Words>56</Words>
  <Application>Microsoft Office PowerPoint</Application>
  <PresentationFormat>Breitbild</PresentationFormat>
  <Paragraphs>35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Calisto MT</vt:lpstr>
      <vt:lpstr>Trebuchet MS</vt:lpstr>
      <vt:lpstr>Wingdings 2</vt:lpstr>
      <vt:lpstr>Schiefer</vt:lpstr>
      <vt:lpstr>ER-Modell 1</vt:lpstr>
      <vt:lpstr>ER-Modell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ER-Modell</dc:title>
  <dc:creator>Denise</dc:creator>
  <cp:lastModifiedBy>Pressesprecher</cp:lastModifiedBy>
  <cp:revision>27</cp:revision>
  <dcterms:created xsi:type="dcterms:W3CDTF">2023-05-04T13:13:46Z</dcterms:created>
  <dcterms:modified xsi:type="dcterms:W3CDTF">2023-05-08T09:44:56Z</dcterms:modified>
</cp:coreProperties>
</file>