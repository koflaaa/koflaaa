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52CF1-A0E5-42E8-A293-6B9856C85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C19956-9BAD-4BC2-B6A4-E18053FF7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C14BC8-D4BD-4011-8637-624B3AC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C99E1C-34C6-4D96-83B7-3783676C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1D7B2B-1C7B-4623-BB5F-088AC111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40319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E1553-B780-45C8-87D7-33620866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C8C2D1-E54F-4AFB-AE1A-751487F9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BAB00B-409F-4C5E-8506-8DD67224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470871-C43B-47A3-AB65-CB9AE9B6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B02736-5B2C-4662-9D4C-3FD4F5A5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601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1E310-87C5-49D9-836A-133BA13D4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67F317-D157-4E59-A289-6258EBB2B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C98E19-F826-4771-8C8A-2703F390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656411-AB7F-4AFC-89EF-B38723DF7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4AE437-01C5-493D-A8CA-85BE0F7D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594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A84DA-4599-4CB5-BE72-BEB3D09C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A5D5C8-BEC5-4B6C-B2AD-9D1B28B9A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FBFAEC-93E0-480B-BE84-3403910E8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D888B2-E490-4DD2-88D7-55665BB0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87E84F-D985-4641-8393-204501E4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7C11CC-C2F7-4031-9784-25D09601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139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9129D-3B64-4792-BC6C-F39E2D8D9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E92583-21A0-4C9E-B7BC-6B611DDCE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BAB6267-1B88-42F7-A18A-01F79AA08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762356-D3E3-4F9C-A128-D350910F4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1926D7-0899-4711-B176-126FF8B4B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418CFE-35B3-418E-914D-D60E36C4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E948FD-D555-477E-946C-87C9DCD2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BDC01C-EF62-489F-BDF8-5615F89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172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37009-A31D-4E23-9784-E4C31B434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BF7E9B-25C7-41CD-B412-76334879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C1CB7C-4B46-45F5-A226-D62C4CAF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5C9B9F-5FFA-4C22-A6B2-6DF1CB31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7874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EC77F0-B7D4-4A7C-84BC-B96DA7ACE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08BFB6A-38A1-48D3-9210-3C411B66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C6C726-1300-4176-92EF-6441B4BF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0220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DFE88-F504-44C7-BB06-A2405B83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00EDF9-8F96-4600-BBB4-84F67E3ED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C48287-9528-4F89-8716-80BC283EB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382785-555F-4485-9738-1A12AE08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18257E-B5C6-42BB-9DBB-DB886302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0281F1-DCDF-4089-ABA3-E570A0ED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4526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5A944-24AC-454B-A337-2EA75271F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8156E8-8598-4337-94B6-CAD541634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1D7B9C-E378-4499-A59B-26F56325E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398A86-F2D4-43A7-98B2-9E1138E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452B1A-9E23-4641-BAA1-2A427173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1EDD1C-CE9F-4EB0-9B27-95F48739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114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51CA8-A27B-4FFC-B0B7-5F86FEF7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0C35C0-F264-4100-8C16-576EF283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24C0E5-E762-4897-8A68-97DC4C8D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0DA4CC-EBF1-43CA-AB77-92D54141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F98D6A-15FB-4774-B54C-C600980B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429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DF4B84-C9E8-4FD8-BF15-F5E1EF492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C5DE4C-BBE3-478E-970D-C738B17D2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0F1E03-D986-407F-9357-DA9974FC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44C73-A004-42C6-9B54-9701A757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37F415-616E-481B-983F-EF6CF68B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180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0B3547-D301-423C-8A28-22F152DA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63EEFA-14E2-466F-B3FA-ADC242F9F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191885-C430-4FD4-B5F8-6CF02E320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5E73A-55FA-4DFC-8E4D-5ACC1D75200F}" type="datetimeFigureOut">
              <a:rPr lang="de-AT" smtClean="0"/>
              <a:t>30.05.2023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712185-1831-499D-B3D6-CF5D6B452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B3FF69-A608-4B8D-84CC-BAB0832A9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9A853-41D9-4594-A9F0-8CEF2D03A6A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5768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E6011DA-4D0A-4299-A2C9-95C0EC754222}"/>
              </a:ext>
            </a:extLst>
          </p:cNvPr>
          <p:cNvSpPr/>
          <p:nvPr/>
        </p:nvSpPr>
        <p:spPr>
          <a:xfrm>
            <a:off x="2130725" y="884206"/>
            <a:ext cx="1121434" cy="508959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Kunden</a:t>
            </a:r>
            <a:endParaRPr lang="de-AT" sz="140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062F0F6-6C6B-4F24-B34C-992F2132EDFE}"/>
              </a:ext>
            </a:extLst>
          </p:cNvPr>
          <p:cNvSpPr/>
          <p:nvPr/>
        </p:nvSpPr>
        <p:spPr>
          <a:xfrm>
            <a:off x="1246516" y="1985158"/>
            <a:ext cx="1285336" cy="85401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u="sng" dirty="0"/>
              <a:t>Kunden Nr.</a:t>
            </a:r>
            <a:endParaRPr lang="de-AT" sz="1400" u="sng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431AA6F-E431-4B8F-9AB3-FFF782A61B93}"/>
              </a:ext>
            </a:extLst>
          </p:cNvPr>
          <p:cNvSpPr/>
          <p:nvPr/>
        </p:nvSpPr>
        <p:spPr>
          <a:xfrm>
            <a:off x="2790646" y="1980845"/>
            <a:ext cx="1285336" cy="85832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Passwort</a:t>
            </a:r>
            <a:endParaRPr lang="de-AT" sz="1400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C0FC6C9-6F23-4510-9ABB-92823A5FD319}"/>
              </a:ext>
            </a:extLst>
          </p:cNvPr>
          <p:cNvSpPr/>
          <p:nvPr/>
        </p:nvSpPr>
        <p:spPr>
          <a:xfrm>
            <a:off x="153891" y="884204"/>
            <a:ext cx="1595888" cy="50895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Guthaben</a:t>
            </a:r>
            <a:endParaRPr lang="de-AT" sz="1400" dirty="0"/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D14D788-F5D2-4C33-8924-1950B289B098}"/>
              </a:ext>
            </a:extLst>
          </p:cNvPr>
          <p:cNvCxnSpPr>
            <a:stCxn id="15" idx="6"/>
            <a:endCxn id="4" idx="1"/>
          </p:cNvCxnSpPr>
          <p:nvPr/>
        </p:nvCxnSpPr>
        <p:spPr>
          <a:xfrm>
            <a:off x="1749779" y="1138683"/>
            <a:ext cx="380946" cy="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aute 17">
            <a:extLst>
              <a:ext uri="{FF2B5EF4-FFF2-40B4-BE49-F238E27FC236}">
                <a16:creationId xmlns:a16="http://schemas.microsoft.com/office/drawing/2014/main" id="{345B5C27-0E7C-4F4B-94F8-115B30AF5671}"/>
              </a:ext>
            </a:extLst>
          </p:cNvPr>
          <p:cNvSpPr/>
          <p:nvPr/>
        </p:nvSpPr>
        <p:spPr>
          <a:xfrm>
            <a:off x="3631722" y="709521"/>
            <a:ext cx="1827364" cy="858328"/>
          </a:xfrm>
          <a:prstGeom prst="diamond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anmelden</a:t>
            </a:r>
            <a:endParaRPr lang="de-AT" sz="1400" dirty="0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CCAE1EF6-91A7-4971-9A92-DBB3D2B6C001}"/>
              </a:ext>
            </a:extLst>
          </p:cNvPr>
          <p:cNvCxnSpPr>
            <a:stCxn id="4" idx="3"/>
            <a:endCxn id="18" idx="1"/>
          </p:cNvCxnSpPr>
          <p:nvPr/>
        </p:nvCxnSpPr>
        <p:spPr>
          <a:xfrm flipV="1">
            <a:off x="3252159" y="1138685"/>
            <a:ext cx="379563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F309082-4B0D-4205-8C08-70D68EC4186C}"/>
              </a:ext>
            </a:extLst>
          </p:cNvPr>
          <p:cNvCxnSpPr>
            <a:stCxn id="5" idx="7"/>
            <a:endCxn id="4" idx="2"/>
          </p:cNvCxnSpPr>
          <p:nvPr/>
        </p:nvCxnSpPr>
        <p:spPr>
          <a:xfrm flipV="1">
            <a:off x="2343619" y="1393165"/>
            <a:ext cx="347823" cy="717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3309D65-611D-42EF-B47A-315505ACA1C1}"/>
              </a:ext>
            </a:extLst>
          </p:cNvPr>
          <p:cNvCxnSpPr>
            <a:stCxn id="6" idx="1"/>
            <a:endCxn id="4" idx="2"/>
          </p:cNvCxnSpPr>
          <p:nvPr/>
        </p:nvCxnSpPr>
        <p:spPr>
          <a:xfrm flipH="1" flipV="1">
            <a:off x="2691442" y="1393165"/>
            <a:ext cx="287437" cy="7133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CE50143F-4F08-4789-99DD-858F74016CB4}"/>
              </a:ext>
            </a:extLst>
          </p:cNvPr>
          <p:cNvSpPr/>
          <p:nvPr/>
        </p:nvSpPr>
        <p:spPr>
          <a:xfrm>
            <a:off x="6128751" y="864066"/>
            <a:ext cx="1492370" cy="58228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Online-Videothek</a:t>
            </a:r>
            <a:endParaRPr lang="de-AT" sz="1400" dirty="0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35AC418-6E90-4275-8634-7325E57FF567}"/>
              </a:ext>
            </a:extLst>
          </p:cNvPr>
          <p:cNvCxnSpPr>
            <a:stCxn id="18" idx="3"/>
            <a:endCxn id="33" idx="1"/>
          </p:cNvCxnSpPr>
          <p:nvPr/>
        </p:nvCxnSpPr>
        <p:spPr>
          <a:xfrm>
            <a:off x="5459086" y="1138685"/>
            <a:ext cx="669665" cy="165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aute 59">
            <a:extLst>
              <a:ext uri="{FF2B5EF4-FFF2-40B4-BE49-F238E27FC236}">
                <a16:creationId xmlns:a16="http://schemas.microsoft.com/office/drawing/2014/main" id="{331F71D6-922C-4A16-A4C9-8901E9D20296}"/>
              </a:ext>
            </a:extLst>
          </p:cNvPr>
          <p:cNvSpPr/>
          <p:nvPr/>
        </p:nvSpPr>
        <p:spPr>
          <a:xfrm>
            <a:off x="5857850" y="1713947"/>
            <a:ext cx="2034172" cy="653455"/>
          </a:xfrm>
          <a:prstGeom prst="diamond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unterstützt</a:t>
            </a:r>
          </a:p>
          <a:p>
            <a:pPr algn="ctr"/>
            <a:r>
              <a:rPr lang="de-DE" sz="1400" dirty="0"/>
              <a:t>ausleihen</a:t>
            </a:r>
            <a:endParaRPr lang="de-AT" sz="1400" dirty="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B0D072BA-34EA-4B76-89C5-CFC33825485C}"/>
              </a:ext>
            </a:extLst>
          </p:cNvPr>
          <p:cNvSpPr/>
          <p:nvPr/>
        </p:nvSpPr>
        <p:spPr>
          <a:xfrm>
            <a:off x="6232268" y="2756861"/>
            <a:ext cx="1285336" cy="653455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Filme</a:t>
            </a:r>
            <a:endParaRPr lang="de-AT" sz="1400" dirty="0"/>
          </a:p>
        </p:txBody>
      </p: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23B2463-79E8-431E-BC62-EBAD93963BBB}"/>
              </a:ext>
            </a:extLst>
          </p:cNvPr>
          <p:cNvCxnSpPr>
            <a:cxnSpLocks/>
            <a:stCxn id="60" idx="2"/>
            <a:endCxn id="65" idx="0"/>
          </p:cNvCxnSpPr>
          <p:nvPr/>
        </p:nvCxnSpPr>
        <p:spPr>
          <a:xfrm>
            <a:off x="6874936" y="2367402"/>
            <a:ext cx="0" cy="3894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lipse 67">
            <a:extLst>
              <a:ext uri="{FF2B5EF4-FFF2-40B4-BE49-F238E27FC236}">
                <a16:creationId xmlns:a16="http://schemas.microsoft.com/office/drawing/2014/main" id="{74C92496-BE7D-4356-AC9E-7B050060DC14}"/>
              </a:ext>
            </a:extLst>
          </p:cNvPr>
          <p:cNvSpPr/>
          <p:nvPr/>
        </p:nvSpPr>
        <p:spPr>
          <a:xfrm>
            <a:off x="8056869" y="2331818"/>
            <a:ext cx="1187077" cy="65345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Preis</a:t>
            </a:r>
            <a:endParaRPr lang="de-AT" sz="1400" dirty="0"/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8317CA64-689E-4DB4-ABE3-E7621DC8DBDF}"/>
              </a:ext>
            </a:extLst>
          </p:cNvPr>
          <p:cNvSpPr/>
          <p:nvPr/>
        </p:nvSpPr>
        <p:spPr>
          <a:xfrm>
            <a:off x="8087060" y="3299153"/>
            <a:ext cx="1187077" cy="65345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Namen</a:t>
            </a:r>
            <a:endParaRPr lang="de-AT" sz="1400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349B0B3-9E23-49BF-BB40-38C7F8747213}"/>
              </a:ext>
            </a:extLst>
          </p:cNvPr>
          <p:cNvSpPr/>
          <p:nvPr/>
        </p:nvSpPr>
        <p:spPr>
          <a:xfrm>
            <a:off x="6232268" y="4906651"/>
            <a:ext cx="1285336" cy="85832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Streaming-Server</a:t>
            </a:r>
            <a:endParaRPr lang="de-AT" sz="1400" dirty="0"/>
          </a:p>
        </p:txBody>
      </p: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516925DE-93B9-4E72-BD40-9EF5402CA1BF}"/>
              </a:ext>
            </a:extLst>
          </p:cNvPr>
          <p:cNvCxnSpPr>
            <a:cxnSpLocks/>
            <a:stCxn id="65" idx="3"/>
            <a:endCxn id="68" idx="3"/>
          </p:cNvCxnSpPr>
          <p:nvPr/>
        </p:nvCxnSpPr>
        <p:spPr>
          <a:xfrm flipV="1">
            <a:off x="7517604" y="2889574"/>
            <a:ext cx="713108" cy="194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1B6E5CD2-1F95-422E-9244-FF515251A9AE}"/>
              </a:ext>
            </a:extLst>
          </p:cNvPr>
          <p:cNvCxnSpPr>
            <a:stCxn id="65" idx="3"/>
            <a:endCxn id="69" idx="1"/>
          </p:cNvCxnSpPr>
          <p:nvPr/>
        </p:nvCxnSpPr>
        <p:spPr>
          <a:xfrm>
            <a:off x="7517604" y="3083589"/>
            <a:ext cx="743299" cy="311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lipse 91">
            <a:extLst>
              <a:ext uri="{FF2B5EF4-FFF2-40B4-BE49-F238E27FC236}">
                <a16:creationId xmlns:a16="http://schemas.microsoft.com/office/drawing/2014/main" id="{01BB6E40-61B9-4C21-934C-87CB8053F3FC}"/>
              </a:ext>
            </a:extLst>
          </p:cNvPr>
          <p:cNvSpPr/>
          <p:nvPr/>
        </p:nvSpPr>
        <p:spPr>
          <a:xfrm>
            <a:off x="5048314" y="5893571"/>
            <a:ext cx="1621766" cy="858327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Bestimmte Mbit/s</a:t>
            </a:r>
            <a:endParaRPr lang="de-AT" sz="1400" dirty="0"/>
          </a:p>
        </p:txBody>
      </p:sp>
      <p:sp>
        <p:nvSpPr>
          <p:cNvPr id="93" name="Ellipse 92">
            <a:extLst>
              <a:ext uri="{FF2B5EF4-FFF2-40B4-BE49-F238E27FC236}">
                <a16:creationId xmlns:a16="http://schemas.microsoft.com/office/drawing/2014/main" id="{5D2A4BD7-46C7-4977-B961-F75AFA008510}"/>
              </a:ext>
            </a:extLst>
          </p:cNvPr>
          <p:cNvSpPr/>
          <p:nvPr/>
        </p:nvSpPr>
        <p:spPr>
          <a:xfrm>
            <a:off x="7159721" y="5893571"/>
            <a:ext cx="1621766" cy="858327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Kann abgeschaltet werden</a:t>
            </a:r>
            <a:endParaRPr lang="de-AT" sz="1400" dirty="0"/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1E5353A6-27D8-48C8-8936-8DB3656DE52D}"/>
              </a:ext>
            </a:extLst>
          </p:cNvPr>
          <p:cNvSpPr txBox="1"/>
          <p:nvPr/>
        </p:nvSpPr>
        <p:spPr>
          <a:xfrm>
            <a:off x="3214723" y="1088794"/>
            <a:ext cx="2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  <a:endParaRPr lang="de-AT" dirty="0"/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15880502-520B-4D32-9AE7-7A010C6A8BB4}"/>
              </a:ext>
            </a:extLst>
          </p:cNvPr>
          <p:cNvSpPr txBox="1"/>
          <p:nvPr/>
        </p:nvSpPr>
        <p:spPr>
          <a:xfrm>
            <a:off x="5806215" y="1096078"/>
            <a:ext cx="2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de-AT" dirty="0"/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85192CF4-A686-4DCF-9684-C51FCCA96A4D}"/>
              </a:ext>
            </a:extLst>
          </p:cNvPr>
          <p:cNvSpPr txBox="1"/>
          <p:nvPr/>
        </p:nvSpPr>
        <p:spPr>
          <a:xfrm>
            <a:off x="6526362" y="4578738"/>
            <a:ext cx="2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  <a:endParaRPr lang="de-AT" dirty="0"/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3246B9E3-E92F-458A-8A0D-7713D940C5D5}"/>
              </a:ext>
            </a:extLst>
          </p:cNvPr>
          <p:cNvSpPr txBox="1"/>
          <p:nvPr/>
        </p:nvSpPr>
        <p:spPr>
          <a:xfrm>
            <a:off x="6493592" y="3353889"/>
            <a:ext cx="2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  <a:endParaRPr lang="de-AT" dirty="0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7BE45CE3-7A5F-4940-A6FA-B02045661A3E}"/>
              </a:ext>
            </a:extLst>
          </p:cNvPr>
          <p:cNvSpPr txBox="1"/>
          <p:nvPr/>
        </p:nvSpPr>
        <p:spPr>
          <a:xfrm>
            <a:off x="6514286" y="2490872"/>
            <a:ext cx="28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  <a:endParaRPr lang="de-AT" dirty="0"/>
          </a:p>
        </p:txBody>
      </p:sp>
      <p:sp>
        <p:nvSpPr>
          <p:cNvPr id="118" name="Raute 117">
            <a:extLst>
              <a:ext uri="{FF2B5EF4-FFF2-40B4-BE49-F238E27FC236}">
                <a16:creationId xmlns:a16="http://schemas.microsoft.com/office/drawing/2014/main" id="{1A012E82-2B7B-4D68-8278-F5DEB3DCBBC6}"/>
              </a:ext>
            </a:extLst>
          </p:cNvPr>
          <p:cNvSpPr/>
          <p:nvPr/>
        </p:nvSpPr>
        <p:spPr>
          <a:xfrm>
            <a:off x="6144740" y="3676221"/>
            <a:ext cx="1460392" cy="95145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Stellt bereit</a:t>
            </a:r>
            <a:endParaRPr lang="de-AT" sz="1400" dirty="0"/>
          </a:p>
        </p:txBody>
      </p: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376C1C10-FDC2-4C10-BF95-DC04194B2129}"/>
              </a:ext>
            </a:extLst>
          </p:cNvPr>
          <p:cNvCxnSpPr>
            <a:cxnSpLocks/>
            <a:stCxn id="118" idx="0"/>
            <a:endCxn id="65" idx="2"/>
          </p:cNvCxnSpPr>
          <p:nvPr/>
        </p:nvCxnSpPr>
        <p:spPr>
          <a:xfrm flipV="1">
            <a:off x="6874936" y="3410316"/>
            <a:ext cx="0" cy="265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5DB44421-C079-4882-8433-BD28BE2B8307}"/>
              </a:ext>
            </a:extLst>
          </p:cNvPr>
          <p:cNvCxnSpPr>
            <a:cxnSpLocks/>
            <a:stCxn id="77" idx="0"/>
            <a:endCxn id="118" idx="2"/>
          </p:cNvCxnSpPr>
          <p:nvPr/>
        </p:nvCxnSpPr>
        <p:spPr>
          <a:xfrm flipV="1">
            <a:off x="6874936" y="4627677"/>
            <a:ext cx="0" cy="278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D13E19B-CF6D-4139-B082-FEDD6EB95651}"/>
              </a:ext>
            </a:extLst>
          </p:cNvPr>
          <p:cNvCxnSpPr>
            <a:stCxn id="33" idx="2"/>
            <a:endCxn id="60" idx="0"/>
          </p:cNvCxnSpPr>
          <p:nvPr/>
        </p:nvCxnSpPr>
        <p:spPr>
          <a:xfrm>
            <a:off x="6874936" y="1446351"/>
            <a:ext cx="0" cy="267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03A7655D-DAC3-4672-9958-A6B05CA14DE0}"/>
              </a:ext>
            </a:extLst>
          </p:cNvPr>
          <p:cNvCxnSpPr>
            <a:stCxn id="77" idx="2"/>
            <a:endCxn id="92" idx="7"/>
          </p:cNvCxnSpPr>
          <p:nvPr/>
        </p:nvCxnSpPr>
        <p:spPr>
          <a:xfrm flipH="1">
            <a:off x="6432578" y="5764979"/>
            <a:ext cx="442358" cy="25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DF7236AE-B411-4C93-9E10-5CDB88E8E678}"/>
              </a:ext>
            </a:extLst>
          </p:cNvPr>
          <p:cNvCxnSpPr>
            <a:stCxn id="77" idx="2"/>
            <a:endCxn id="93" idx="1"/>
          </p:cNvCxnSpPr>
          <p:nvPr/>
        </p:nvCxnSpPr>
        <p:spPr>
          <a:xfrm>
            <a:off x="6874936" y="5764979"/>
            <a:ext cx="522287" cy="25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47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Breitbild</PresentationFormat>
  <Paragraphs>20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viuser</dc:creator>
  <cp:lastModifiedBy>viuser</cp:lastModifiedBy>
  <cp:revision>17</cp:revision>
  <dcterms:created xsi:type="dcterms:W3CDTF">2023-05-30T07:37:27Z</dcterms:created>
  <dcterms:modified xsi:type="dcterms:W3CDTF">2023-05-30T09:44:13Z</dcterms:modified>
</cp:coreProperties>
</file>