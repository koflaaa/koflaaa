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8678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2184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2909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905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5837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3049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491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114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594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1348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3798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4014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2781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8447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34967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21736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5811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1FD539E-13B1-424B-AC72-FDC0AAA26FB0}" type="datetimeFigureOut">
              <a:rPr lang="de-AT" smtClean="0"/>
              <a:t>16.06.2023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BACEF-09DF-42B4-8C7D-D6D4D3E44F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51953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A70B06-1BD7-47B3-A24F-8C6639B3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87" y="2625246"/>
            <a:ext cx="10515600" cy="1325563"/>
          </a:xfrm>
        </p:spPr>
        <p:txBody>
          <a:bodyPr/>
          <a:lstStyle/>
          <a:p>
            <a:r>
              <a:rPr lang="de-DE" dirty="0" err="1"/>
              <a:t>ActionBound</a:t>
            </a:r>
            <a:r>
              <a:rPr lang="de-DE" dirty="0"/>
              <a:t> Ideen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Kofler und </a:t>
            </a:r>
            <a:r>
              <a:rPr lang="de-DE" sz="18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Veselcic</a:t>
            </a:r>
            <a:endParaRPr lang="de-AT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03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D350F-6725-4E98-BCDB-9335FFA2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Parkhotel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7340B8-425E-409A-B1ED-2C69320A3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Finde das richtige Stockwerk und beantworte folgende Frage</a:t>
            </a:r>
          </a:p>
          <a:p>
            <a:r>
              <a:rPr lang="de-DE" dirty="0"/>
              <a:t>z.B. Welche Farbe hat das Gebäude</a:t>
            </a:r>
          </a:p>
          <a:p>
            <a:r>
              <a:rPr lang="de-DE" dirty="0"/>
              <a:t>Muss nicht erfüllt werden um weiter zu spielen</a:t>
            </a:r>
          </a:p>
          <a:p>
            <a:r>
              <a:rPr lang="de-DE" dirty="0"/>
              <a:t>Falls ein Praktikum ansteht muss man den Ort finden können</a:t>
            </a:r>
          </a:p>
        </p:txBody>
      </p:sp>
    </p:spTree>
    <p:extLst>
      <p:ext uri="{BB962C8B-B14F-4D97-AF65-F5344CB8AC3E}">
        <p14:creationId xmlns:p14="http://schemas.microsoft.com/office/powerpoint/2010/main" val="231106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61F49-0CA9-4A1A-8328-037D7CB2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Bahnhof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D0FB27-2303-43C4-89A7-D595A460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Fotografiere den Bahnhof, scanne den Code an einer Stange </a:t>
            </a:r>
          </a:p>
          <a:p>
            <a:r>
              <a:rPr lang="de-DE" dirty="0"/>
              <a:t>Nach Abgabe kommt z.B. ein Foto von einem Bus um damit zum IT-L@B zu fliegen</a:t>
            </a:r>
          </a:p>
          <a:p>
            <a:r>
              <a:rPr lang="de-DE" dirty="0"/>
              <a:t>Weil viele Lehrlinge mit dem Zug anreisen und das Parkhotel nicht weit entfernt ist</a:t>
            </a:r>
          </a:p>
        </p:txBody>
      </p:sp>
    </p:spTree>
    <p:extLst>
      <p:ext uri="{BB962C8B-B14F-4D97-AF65-F5344CB8AC3E}">
        <p14:creationId xmlns:p14="http://schemas.microsoft.com/office/powerpoint/2010/main" val="70785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99799-569A-472E-AE1B-B89DBF3D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Stern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7EDC02-4A84-460B-B960-7E0F8EB83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Suche das Logo außerhalb vom Restaurant Stern und </a:t>
            </a:r>
            <a:r>
              <a:rPr lang="de-DE"/>
              <a:t>fotografiere es</a:t>
            </a:r>
            <a:endParaRPr lang="de-DE" dirty="0"/>
          </a:p>
          <a:p>
            <a:r>
              <a:rPr lang="de-DE" dirty="0"/>
              <a:t>Weil viele Lehrlinge dort essen gehen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683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B28D7-A0D9-40B1-9C29-4618B984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bfi Kaiser-Josef Platz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5A5DC2-0B04-42CA-8D8C-AD0D84C87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Suche, finde und betrete das Gebäude</a:t>
            </a:r>
          </a:p>
          <a:p>
            <a:r>
              <a:rPr lang="de-DE" dirty="0"/>
              <a:t>Suche im Gebäude die Tür zum IT-L@B</a:t>
            </a:r>
          </a:p>
          <a:p>
            <a:r>
              <a:rPr lang="de-DE" dirty="0"/>
              <a:t>Wenn Antwort übersprungen wurde oder abgegeben wurde erscheint Foto von Tür um das bfi IT-L@B zu finden (Stockwerk, Gang).</a:t>
            </a:r>
          </a:p>
          <a:p>
            <a:r>
              <a:rPr lang="de-DE" dirty="0"/>
              <a:t>Damit Personen uns finden und die Umgebung checken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7571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951E1-8109-437A-B3ED-243F0AF2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Unterkunft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2C1CCB-58C2-4EAD-8795-486237543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1120"/>
            <a:ext cx="10515600" cy="4351338"/>
          </a:xfrm>
        </p:spPr>
        <p:txBody>
          <a:bodyPr/>
          <a:lstStyle/>
          <a:p>
            <a:r>
              <a:rPr lang="de-DE" dirty="0"/>
              <a:t>Scanne den Code auf der Website des </a:t>
            </a:r>
            <a:r>
              <a:rPr lang="de-DE" dirty="0" err="1"/>
              <a:t>bfi‘s</a:t>
            </a:r>
            <a:r>
              <a:rPr lang="de-DE" dirty="0"/>
              <a:t> im IT-L@B.</a:t>
            </a:r>
          </a:p>
          <a:p>
            <a:r>
              <a:rPr lang="de-DE" dirty="0"/>
              <a:t>Öffne den Link und nach Abgabe erscheint ein Foto von der Unterkunft und dessen Standort</a:t>
            </a:r>
          </a:p>
          <a:p>
            <a:r>
              <a:rPr lang="de-DE" dirty="0"/>
              <a:t>Um interessierten Menschen die Unterkünfte und den Standort zu zeigen.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9845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CA66A-FF0F-4D72-B634-AB0DA6F8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Teilen	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48751-6F7D-4737-B414-F44F8B1C6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Foto von QR-Code</a:t>
            </a:r>
          </a:p>
          <a:p>
            <a:r>
              <a:rPr lang="de-DE" dirty="0"/>
              <a:t>Teile diesen Code an 3 Personen</a:t>
            </a:r>
          </a:p>
          <a:p>
            <a:r>
              <a:rPr lang="de-DE" dirty="0"/>
              <a:t>Erhalte nach dieser Aufgabe Zusatzpunkte</a:t>
            </a:r>
          </a:p>
        </p:txBody>
      </p:sp>
    </p:spTree>
    <p:extLst>
      <p:ext uri="{BB962C8B-B14F-4D97-AF65-F5344CB8AC3E}">
        <p14:creationId xmlns:p14="http://schemas.microsoft.com/office/powerpoint/2010/main" val="2427503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216</Words>
  <Application>Microsoft Office PowerPoint</Application>
  <PresentationFormat>Breitbild</PresentationFormat>
  <Paragraphs>26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ActionBound Ideen    Kofler und Veselcic</vt:lpstr>
      <vt:lpstr>Parkhotel</vt:lpstr>
      <vt:lpstr>Bahnhof</vt:lpstr>
      <vt:lpstr>Stern</vt:lpstr>
      <vt:lpstr>bfi Kaiser-Josef Platz</vt:lpstr>
      <vt:lpstr>Unterkunft</vt:lpstr>
      <vt:lpstr>Teilen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viuser</dc:creator>
  <cp:lastModifiedBy>viuser</cp:lastModifiedBy>
  <cp:revision>101</cp:revision>
  <dcterms:created xsi:type="dcterms:W3CDTF">2023-06-16T10:42:37Z</dcterms:created>
  <dcterms:modified xsi:type="dcterms:W3CDTF">2023-06-16T11:24:12Z</dcterms:modified>
</cp:coreProperties>
</file>