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D200B3F0-A9BC-48CE-8EB6-ECE965069900}" type="datetimeFigureOut">
              <a:rPr lang="en-US" dirty="0"/>
              <a:pPr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712A-F861-4AB0-A754-4F5A2033CD4B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07B7-F2DC-4B2C-B14D-58A9766807A2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A483D-5CB4-4842-8F2F-05D5276ACF63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32E-9DC0-47C8-A657-48F5C3E4A10B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5C0D-8C3A-4771-A43D-83937FC700D4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3D2D6-FCC2-425A-A4A7-8058E8C01CB1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2683-E6E7-4CC3-9EEE-7854DD4F3545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20F81-B39D-4CBB-8BF3-5D6E395D0F72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FFFF-3106-4DDB-AA62-0C80862170D6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38B7-AE95-4DC8-9A51-7A71F545B098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EC2B-8188-4AC2-9F0D-8D09C51D505A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B75E-944F-430B-BE5F-C69FA8823C04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0DC7-7F53-471C-A711-B3DA6F2535F3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4C9D-4618-451D-80C1-6A376BB42AB4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D2318-CE40-42F6-962A-4C6D6CF697DB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6AC1-EB7F-4BEF-90D9-5764B50DAF8A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64B320A-89BA-47B2-A525-92E8D10B06E4}" type="datetimeFigureOut">
              <a:rPr lang="en-US" dirty="0"/>
              <a:t>6/15/2023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11BFC-06EC-48CF-87EC-2F16E8A5AE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Meine 5 größten Stärken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A4170E-94AF-47C1-9188-33BED33CB2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Taylor Kofler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9D79C2C-7E01-45D6-B9E4-537B36D2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1348">
            <a:off x="3201720" y="1101607"/>
            <a:ext cx="4732128" cy="236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2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0D3D-D0ED-43F4-B7A8-C8D7AAAD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Humor bzw. humorvoll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31A1BE-D55A-40DE-9595-C1CA2202B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Definition: Haltung gegenüber Schwierigkeiten und Missgeschicken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Gegenteil: humorlos bzw. ernsthaft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sz="1400" dirty="0"/>
          </a:p>
          <a:p>
            <a:endParaRPr lang="de-DE" sz="1400" dirty="0"/>
          </a:p>
          <a:p>
            <a:r>
              <a:rPr lang="de-DE" sz="1400" dirty="0"/>
              <a:t>Quelle: https://de.wiktionary.org/wiki/humorvoll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9071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CF007-774E-46D7-A6DD-93F19BE20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Ehrlichkeit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4227CF-68AF-4A03-BBB4-B594D4367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Definition: Bedeutet die volle Verantwortung und Konsequenzen für eigene Taten in kauf zunehmen.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Gegenteil: Unehrlichkeit</a:t>
            </a:r>
          </a:p>
          <a:p>
            <a:endParaRPr lang="de-DE" sz="1400" dirty="0"/>
          </a:p>
          <a:p>
            <a:endParaRPr lang="de-DE" sz="1400" dirty="0"/>
          </a:p>
          <a:p>
            <a:r>
              <a:rPr lang="de-DE" sz="1400" dirty="0"/>
              <a:t>Quelle: https://de.wiktionary.org/wiki/ehrlich</a:t>
            </a:r>
          </a:p>
          <a:p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9C54664-95EE-41DA-8235-960AC607A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75552">
            <a:off x="10057199" y="4641394"/>
            <a:ext cx="1845065" cy="18450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8DC0AD4-79E9-4F51-89FB-7A0379585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597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0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FD8D6-EF72-4D7D-AEBC-35334EEE7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Dankbarkeit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D67B9F-96E0-4DC0-AC3A-F6E6C13BC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Definition: Wenn man bewusst positive Ereignisse, Dinge und Personen Wertschätzt.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Gegenteil: undankbar</a:t>
            </a:r>
          </a:p>
          <a:p>
            <a:endParaRPr lang="de-DE" dirty="0"/>
          </a:p>
          <a:p>
            <a:pPr marL="0" indent="0">
              <a:buNone/>
            </a:pPr>
            <a:endParaRPr lang="de-DE" sz="1400" dirty="0"/>
          </a:p>
          <a:p>
            <a:r>
              <a:rPr lang="de-DE" sz="1400" dirty="0"/>
              <a:t>Quelle: https://de.wiktionary.org/wiki/dankbar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79A3F8-EADB-4DFC-83DE-1774556ED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80126">
            <a:off x="5198877" y="4606570"/>
            <a:ext cx="1794247" cy="179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5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D456E-00CB-4E61-8FBE-BA364959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Hoffnungsvoll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F4A961-108C-4AB7-A7B9-B8A89B74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Definition: Einen positiven Ausblick und/oder Meinung über ein Zukunftsevent zuhaben.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Gegenteil: hoffnungslos</a:t>
            </a:r>
          </a:p>
          <a:p>
            <a:endParaRPr lang="de-DE" dirty="0"/>
          </a:p>
          <a:p>
            <a:endParaRPr lang="de-DE" sz="1400" dirty="0"/>
          </a:p>
          <a:p>
            <a:pPr marL="0" indent="0">
              <a:buNone/>
            </a:pPr>
            <a:endParaRPr lang="de-DE" sz="1400" dirty="0"/>
          </a:p>
          <a:p>
            <a:r>
              <a:rPr lang="de-DE" sz="1400" dirty="0"/>
              <a:t>Quelle: https://de.wiktionary.org/wiki/hoffnungsvoll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93E78A7-4BC5-4CED-826A-56A14D7A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48899">
            <a:off x="8036671" y="3081068"/>
            <a:ext cx="3000375" cy="1524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DA6F10E-1CE9-4A78-9B8D-243910755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87089">
            <a:off x="6323074" y="4601153"/>
            <a:ext cx="1699085" cy="184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0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0CF332-F73A-4B93-9548-15CD64F4C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Neugierde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BCDE91-039C-4A37-A6F7-BCDA763B6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Definition: Den Drang zu besitzen andauernd neues zulernen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Gegenteil: Desinteresse</a:t>
            </a:r>
          </a:p>
          <a:p>
            <a:pPr marL="0" indent="0">
              <a:buNone/>
            </a:pPr>
            <a:endParaRPr lang="de-DE" dirty="0"/>
          </a:p>
          <a:p>
            <a:endParaRPr lang="de-DE" sz="1400" dirty="0"/>
          </a:p>
          <a:p>
            <a:r>
              <a:rPr lang="de-DE" sz="1400" dirty="0"/>
              <a:t>https://de.wiktionary.org/wiki/neugierig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177FD68-7B1C-47D2-A531-E45EF897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282">
            <a:off x="4739228" y="4272831"/>
            <a:ext cx="1971675" cy="17145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8793999-F9AF-4F1B-B5C7-AC4A83E8E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52612">
            <a:off x="8004505" y="4149449"/>
            <a:ext cx="18764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wipe/>
      </p:transition>
    </mc:Choice>
    <mc:Fallback xmlns="">
      <p:transition spd="slow">
        <p:wip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TM02900722[[fn=Ion-Lila]]</Template>
  <TotalTime>0</TotalTime>
  <Words>153</Words>
  <Application>Microsoft Office PowerPoint</Application>
  <PresentationFormat>Breitbild</PresentationFormat>
  <Paragraphs>44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Ion-Sitzungssaal</vt:lpstr>
      <vt:lpstr>Meine 5 größten Stärken</vt:lpstr>
      <vt:lpstr>Humor bzw. humorvoll</vt:lpstr>
      <vt:lpstr>Ehrlichkeit</vt:lpstr>
      <vt:lpstr>Dankbarkeit</vt:lpstr>
      <vt:lpstr>Hoffnungsvoll</vt:lpstr>
      <vt:lpstr>Neugierde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Meine 5 besten Stärken</dc:title>
  <dc:creator>viuser</dc:creator>
  <cp:lastModifiedBy>viuser</cp:lastModifiedBy>
  <cp:revision>82</cp:revision>
  <dcterms:created xsi:type="dcterms:W3CDTF">2023-06-15T08:09:52Z</dcterms:created>
  <dcterms:modified xsi:type="dcterms:W3CDTF">2023-06-15T11:04:11Z</dcterms:modified>
</cp:coreProperties>
</file>