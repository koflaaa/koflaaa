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62" r:id="rId7"/>
    <p:sldId id="263" r:id="rId8"/>
    <p:sldId id="260" r:id="rId9"/>
    <p:sldId id="268" r:id="rId10"/>
    <p:sldId id="264" r:id="rId11"/>
    <p:sldId id="265" r:id="rId12"/>
    <p:sldId id="261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3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9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7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9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4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6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7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9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3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5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46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7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09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48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5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328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6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F37C376-A71D-4566-975B-FB527497A2EE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3DBF06-74FF-4C96-9CF0-03A79F8570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73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nfinder.com/icons/2144181/diary_entry_journal_log_ic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interest.com/pin/706502260296453833/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agenda_216214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awanbelajar348.blogspot.com/2021/05/transparenter-hintergrund-fragezeichen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63843-thank-discord-media-thought-social-think-emoji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nfinder.com/icons/2905322/business_professionals_company_employees_management_team_workers_ico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vecteezy.com/vector-art/505424-male-student-icon-design" TargetMode="Externa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.freepik.com/freie-ikonen/schueler_15454290.htm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vecteezy.com/vector-art/348528-vector-female-student-icon" TargetMode="Externa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ent-k1ngs.de/checklist-so-finden-sie-die-beste-internetagentur-aus-luebeck/checklist-icon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608376-goal-setting-vector-concept-flat-illustration-of-targeting-and-management-with-icons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70298-management-business-icons-consultant-company-social-marketing/icon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conscout.com/icon/company-77" TargetMode="Externa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ent-k1ngs.de/checklist-so-finden-sie-die-beste-internetagentur-aus-luebeck/checklist-icon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608376-goal-setting-vector-concept-flat-illustration-of-targeting-and-management-with-icons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Lerntagebuch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quality.de/lexikon/lerntagebuch/#Moglicher_Aufba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DF28D-09AD-4880-9E14-6CEE7D99E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Lerntagebuch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9B144D-1BDC-4B59-8B6F-22EEA759D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Kofler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4AA2173-9231-458F-B26A-E45D82B6B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60766" y="3429000"/>
            <a:ext cx="2759015" cy="27590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527D3FE-4E87-4505-BA46-A8BEC4788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0836" y="479071"/>
            <a:ext cx="2949929" cy="29499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9269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5971F-663C-4810-B7DF-400029E5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C1811F-2C47-4FE2-BD93-4D80C3E14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754615"/>
          </a:xfrm>
        </p:spPr>
        <p:txBody>
          <a:bodyPr anchor="ctr">
            <a:normAutofit/>
          </a:bodyPr>
          <a:lstStyle/>
          <a:p>
            <a:r>
              <a:rPr lang="de-DE" dirty="0"/>
              <a:t>Was ist ein Lerntagebuch?</a:t>
            </a:r>
          </a:p>
          <a:p>
            <a:r>
              <a:rPr lang="de-DE" dirty="0"/>
              <a:t>Wofür verwendet man es?</a:t>
            </a:r>
          </a:p>
          <a:p>
            <a:r>
              <a:rPr lang="de-DE" dirty="0"/>
              <a:t>Varianten</a:t>
            </a:r>
          </a:p>
          <a:p>
            <a:r>
              <a:rPr lang="de-DE" dirty="0"/>
              <a:t>Lerntagebuch (Lehrlinge/Lehrwerkstätten)</a:t>
            </a:r>
          </a:p>
          <a:p>
            <a:pPr lvl="1"/>
            <a:r>
              <a:rPr lang="de-DE" dirty="0"/>
              <a:t>Inhalt</a:t>
            </a:r>
          </a:p>
          <a:p>
            <a:pPr lvl="1"/>
            <a:r>
              <a:rPr lang="de-DE" dirty="0"/>
              <a:t>Ziel</a:t>
            </a:r>
          </a:p>
          <a:p>
            <a:r>
              <a:rPr lang="de-DE" dirty="0"/>
              <a:t>Lerntagebuch für Unternehmen</a:t>
            </a:r>
          </a:p>
          <a:p>
            <a:pPr lvl="1"/>
            <a:r>
              <a:rPr lang="de-DE" dirty="0"/>
              <a:t>Inhalt</a:t>
            </a:r>
          </a:p>
          <a:p>
            <a:pPr lvl="1"/>
            <a:r>
              <a:rPr lang="de-DE" dirty="0"/>
              <a:t>Ziel</a:t>
            </a:r>
          </a:p>
          <a:p>
            <a:r>
              <a:rPr lang="de-DE" dirty="0"/>
              <a:t>Beispiel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6D316B9-B6F8-4CE7-97AF-769A821EC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82287" y="1964560"/>
            <a:ext cx="3826640" cy="38266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482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4A0B6-5A27-437D-83EF-F7CE8EA8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Lerntagebuch?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27A3BA-51F6-470A-812D-18B5B765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AT" dirty="0"/>
              <a:t>Pädagogisches Werkzeug</a:t>
            </a:r>
          </a:p>
          <a:p>
            <a:r>
              <a:rPr lang="de-AT" dirty="0"/>
              <a:t>Beschreibt den aktuellen Lernprozess</a:t>
            </a:r>
          </a:p>
          <a:p>
            <a:r>
              <a:rPr lang="de-AT" dirty="0"/>
              <a:t>Grundlage für Lernplanung</a:t>
            </a:r>
          </a:p>
          <a:p>
            <a:r>
              <a:rPr lang="de-AT" dirty="0"/>
              <a:t>Aufschluss für offene Fragen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E47CCF3-4F28-4EF4-9DA0-3A3250308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626437">
            <a:off x="6366125" y="2044033"/>
            <a:ext cx="3171796" cy="33297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4108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74BD8-E9C2-4BC5-B7DD-00384B57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Wofür verwendet man es?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BA640F-00B4-4312-8A47-0B52E4132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41075"/>
            <a:ext cx="10353762" cy="4058751"/>
          </a:xfrm>
        </p:spPr>
        <p:txBody>
          <a:bodyPr anchor="ctr"/>
          <a:lstStyle/>
          <a:p>
            <a:r>
              <a:rPr lang="de-DE" dirty="0"/>
              <a:t>Erstellen von Lernzielen </a:t>
            </a:r>
          </a:p>
          <a:p>
            <a:r>
              <a:rPr lang="de-DE" dirty="0"/>
              <a:t>Eigener Überblick</a:t>
            </a:r>
            <a:r>
              <a:rPr lang="en-US" dirty="0"/>
              <a:t> </a:t>
            </a:r>
            <a:r>
              <a:rPr lang="de-AT" dirty="0"/>
              <a:t>über</a:t>
            </a:r>
            <a:r>
              <a:rPr lang="en-US" dirty="0"/>
              <a:t> </a:t>
            </a:r>
            <a:r>
              <a:rPr lang="de-AT" dirty="0"/>
              <a:t>aktuellen</a:t>
            </a:r>
            <a:r>
              <a:rPr lang="en-US" dirty="0"/>
              <a:t> </a:t>
            </a:r>
            <a:r>
              <a:rPr lang="de-AT" dirty="0"/>
              <a:t>Stand</a:t>
            </a:r>
          </a:p>
          <a:p>
            <a:r>
              <a:rPr lang="de-AT" dirty="0"/>
              <a:t>Überblick über Veränderungen und Probleme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0270EC-0862-4683-A7AC-0953BB8D2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26857" y="2513162"/>
            <a:ext cx="3286664" cy="328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3262B-D563-4350-AEE9-1EECF85C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C6DC87-9B6D-4678-AC70-3F4B084E8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2067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1C28D-4648-4DE5-8852-09C12123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Varianten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8B4451-B4A8-45C6-BF12-944A6BAC90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de-DE" dirty="0"/>
              <a:t>Lerntagebuch für Schulen</a:t>
            </a:r>
          </a:p>
          <a:p>
            <a:r>
              <a:rPr lang="de-DE" dirty="0"/>
              <a:t>Lerntagebuch für Unternehmen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5A786576-45E4-49D9-B1B3-622D9EA10F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1732449"/>
            <a:ext cx="2599461" cy="25994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991DD4E-2859-454E-80E2-C8FE38039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95461" y="3761824"/>
            <a:ext cx="2793521" cy="279352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8428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D7D76-8E06-4161-B98C-D6FFEC9B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617" y="2786332"/>
            <a:ext cx="9516765" cy="1285336"/>
          </a:xfrm>
        </p:spPr>
        <p:txBody>
          <a:bodyPr anchor="ctr">
            <a:normAutofit/>
          </a:bodyPr>
          <a:lstStyle/>
          <a:p>
            <a:r>
              <a:rPr lang="de-DE" dirty="0"/>
              <a:t>Lerntagebuch für Schüler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1C9B84-E26B-4D7D-B9ED-E162124C2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0113" y="429883"/>
            <a:ext cx="2363638" cy="23636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7451D88-E58E-494E-B552-515F22EE3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13961" y="4071668"/>
            <a:ext cx="2587925" cy="2587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06040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EDECD-E661-49A9-BA5E-36B00F9D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Möglicher Inhalt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3AF72C-6B64-44E7-A9D6-ED5FBFD7A4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Datum</a:t>
            </a:r>
          </a:p>
          <a:p>
            <a:pPr marL="871200" lvl="1" indent="-457200">
              <a:buFont typeface="Arial" panose="020B0604020202020204" pitchFamily="34" charset="0"/>
              <a:buChar char="•"/>
            </a:pPr>
            <a:r>
              <a:rPr lang="de-DE" dirty="0"/>
              <a:t>Datum des Eintrags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Lernthema bzw. Lerninhalte</a:t>
            </a:r>
          </a:p>
          <a:p>
            <a:pPr marL="871200" lvl="1" indent="-457200">
              <a:buFont typeface="Arial" panose="020B0604020202020204" pitchFamily="34" charset="0"/>
              <a:buChar char="•"/>
            </a:pPr>
            <a:r>
              <a:rPr lang="de-DE" dirty="0"/>
              <a:t>Kurze Beschreibung des Themas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Lernmethoden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Einzelarbeit, Gruppenarbeit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Reflexion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Persönliche Gedanken, Gefühle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854F2B-FF2C-449D-95B9-CA26B3583A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Erkenntnisse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Was wurde gelernt?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Nächste Schritte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Zukünftige Lernziele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5F4829F-2A68-4B0B-9949-006C40C00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760809" y="4511616"/>
            <a:ext cx="2221281" cy="22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B7370C-23A4-4BE1-9F04-3B589683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E530B3-D853-4F49-87D2-88D97CF9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Wissensspeicherung </a:t>
            </a:r>
          </a:p>
          <a:p>
            <a:pPr lvl="1"/>
            <a:r>
              <a:rPr lang="de-DE" dirty="0"/>
              <a:t>durch Dokumentation geht kein Wissen verloren</a:t>
            </a:r>
          </a:p>
          <a:p>
            <a:r>
              <a:rPr lang="de-DE" dirty="0"/>
              <a:t>Wissensaustausch</a:t>
            </a:r>
          </a:p>
          <a:p>
            <a:pPr lvl="1"/>
            <a:r>
              <a:rPr lang="de-DE" dirty="0"/>
              <a:t>Unter Schüler z.B.</a:t>
            </a:r>
          </a:p>
          <a:p>
            <a:r>
              <a:rPr lang="de-DE" dirty="0"/>
              <a:t>Entwicklung</a:t>
            </a:r>
          </a:p>
          <a:p>
            <a:pPr lvl="1"/>
            <a:r>
              <a:rPr lang="de-DE" dirty="0"/>
              <a:t>Schüler entwickeln sich besser durch bessere Organisation</a:t>
            </a:r>
          </a:p>
          <a:p>
            <a:pPr lvl="1"/>
            <a:r>
              <a:rPr lang="de-DE" dirty="0"/>
              <a:t>Noten KÖNNEN sich verbessern</a:t>
            </a:r>
          </a:p>
          <a:p>
            <a:r>
              <a:rPr lang="de-DE" dirty="0"/>
              <a:t>Lernziele</a:t>
            </a:r>
          </a:p>
          <a:p>
            <a:pPr lvl="1"/>
            <a:r>
              <a:rPr lang="de-DE" dirty="0"/>
              <a:t>Genaues setzten von Lernziele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7EE9321-3422-42C5-9DB2-7CF6B9BE9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51771" y="2248607"/>
            <a:ext cx="3026434" cy="30264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501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CC015-45C2-45E4-A05F-2BD9F836B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980" y="2838090"/>
            <a:ext cx="9672040" cy="1319841"/>
          </a:xfrm>
        </p:spPr>
        <p:txBody>
          <a:bodyPr anchor="ctr">
            <a:normAutofit/>
          </a:bodyPr>
          <a:lstStyle/>
          <a:p>
            <a:r>
              <a:rPr lang="de-DE" dirty="0"/>
              <a:t>Lerntagebuch für Unternehmen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56EA22-4D7B-4027-B72E-DB98657A3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1239" y="399688"/>
            <a:ext cx="2439619" cy="24383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1733807-8597-4865-ABA6-C9EDA07FD7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671" t="3184"/>
          <a:stretch/>
        </p:blipFill>
        <p:spPr>
          <a:xfrm>
            <a:off x="8997350" y="4235569"/>
            <a:ext cx="2373269" cy="236076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9626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469A8-4D73-426F-B678-48D09A11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Möglicher Inhalt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E356F3-6393-4707-99EE-CC29C51C1F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de-DE" dirty="0"/>
              <a:t>Datum</a:t>
            </a:r>
          </a:p>
          <a:p>
            <a:pPr lvl="1"/>
            <a:r>
              <a:rPr lang="de-DE" dirty="0"/>
              <a:t>Datum des Eintrages</a:t>
            </a:r>
          </a:p>
          <a:p>
            <a:r>
              <a:rPr lang="de-DE" dirty="0"/>
              <a:t>Abteilung/Themenbereich</a:t>
            </a:r>
          </a:p>
          <a:p>
            <a:pPr lvl="1"/>
            <a:r>
              <a:rPr lang="de-DE" dirty="0"/>
              <a:t>Von wem wurde es erstellt?</a:t>
            </a:r>
          </a:p>
          <a:p>
            <a:r>
              <a:rPr lang="de-DE" dirty="0"/>
              <a:t>Problemstellung</a:t>
            </a:r>
          </a:p>
          <a:p>
            <a:pPr lvl="1"/>
            <a:r>
              <a:rPr lang="de-DE" dirty="0"/>
              <a:t>Was war die konkrete Situation?</a:t>
            </a:r>
          </a:p>
          <a:p>
            <a:r>
              <a:rPr lang="de-DE" dirty="0"/>
              <a:t>Lösung</a:t>
            </a:r>
          </a:p>
          <a:p>
            <a:pPr lvl="1"/>
            <a:r>
              <a:rPr lang="de-DE" dirty="0"/>
              <a:t>Lösungsansätze?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56D1ACB-7871-4F88-9EBB-BFF5576D8F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r>
              <a:rPr lang="de-DE" dirty="0"/>
              <a:t>Umsetzungsplan</a:t>
            </a:r>
          </a:p>
          <a:p>
            <a:pPr lvl="1"/>
            <a:r>
              <a:rPr lang="de-DE" dirty="0"/>
              <a:t>Wie kann es umgesetzt werden?</a:t>
            </a:r>
          </a:p>
          <a:p>
            <a:r>
              <a:rPr lang="de-DE" dirty="0"/>
              <a:t>Diskussion</a:t>
            </a:r>
          </a:p>
          <a:p>
            <a:pPr lvl="1"/>
            <a:r>
              <a:rPr lang="de-DE" dirty="0"/>
              <a:t>Anmerkungen vom Kollegium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78EA27E-0F6C-4712-B9F8-15A927CAA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64460" y="4881367"/>
            <a:ext cx="1819663" cy="181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61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E5576-E19C-4DCC-B984-E170E4E0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26EF8-8097-4A4D-9C68-196DB3C5F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Wissensspeicherung</a:t>
            </a:r>
          </a:p>
          <a:p>
            <a:pPr lvl="1"/>
            <a:r>
              <a:rPr lang="de-DE" dirty="0"/>
              <a:t>Durch Dokumentationen</a:t>
            </a:r>
          </a:p>
          <a:p>
            <a:r>
              <a:rPr lang="de-DE" dirty="0"/>
              <a:t>Wissensaustausch</a:t>
            </a:r>
          </a:p>
          <a:p>
            <a:pPr lvl="1"/>
            <a:r>
              <a:rPr lang="de-DE" dirty="0"/>
              <a:t>Austausch von Informationen zwischen Abteilungen/Teams</a:t>
            </a:r>
          </a:p>
          <a:p>
            <a:r>
              <a:rPr lang="de-DE" dirty="0"/>
              <a:t>Optimierung von Prozessen</a:t>
            </a:r>
          </a:p>
          <a:p>
            <a:pPr lvl="1"/>
            <a:r>
              <a:rPr lang="de-DE" dirty="0"/>
              <a:t>Reflexionen von zu Verbesserungen in Prozessen führen</a:t>
            </a:r>
          </a:p>
          <a:p>
            <a:r>
              <a:rPr lang="de-DE" dirty="0"/>
              <a:t>Mitarbeiterentwicklung</a:t>
            </a:r>
          </a:p>
          <a:p>
            <a:pPr lvl="1"/>
            <a:r>
              <a:rPr lang="de-DE" dirty="0"/>
              <a:t>Lernprozesse fördern Entwicklungen von Mitarbeiter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F44E431-6BD9-4BC7-9A60-2A63AC468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472577" y="2458529"/>
            <a:ext cx="3026434" cy="30264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99161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0C94-DED6-42A9-9C75-29E76D27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E930DF3-8ED7-4BD5-8248-D4C551666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734" y="1580050"/>
            <a:ext cx="5671884" cy="4962135"/>
          </a:xfrm>
        </p:spPr>
      </p:pic>
    </p:spTree>
    <p:extLst>
      <p:ext uri="{BB962C8B-B14F-4D97-AF65-F5344CB8AC3E}">
        <p14:creationId xmlns:p14="http://schemas.microsoft.com/office/powerpoint/2010/main" val="19522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92F5D01-367E-4E58-B1DE-F0337D3F5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6" y="918952"/>
            <a:ext cx="6167887" cy="4485257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F15F22E-26B6-4A37-AE36-EE84A9EE5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3163" y="918952"/>
            <a:ext cx="5617256" cy="4058751"/>
          </a:xfrm>
        </p:spPr>
        <p:txBody>
          <a:bodyPr/>
          <a:lstStyle/>
          <a:p>
            <a:r>
              <a:rPr lang="de-DE" dirty="0"/>
              <a:t>Quellen:</a:t>
            </a:r>
          </a:p>
          <a:p>
            <a:pPr lvl="1"/>
            <a:r>
              <a:rPr lang="de-AT" dirty="0">
                <a:hlinkClick r:id="rId3"/>
              </a:rPr>
              <a:t>https://de.wikipedia.org/wiki/Lerntagebuch</a:t>
            </a:r>
            <a:endParaRPr lang="de-AT" dirty="0"/>
          </a:p>
          <a:p>
            <a:pPr lvl="1"/>
            <a:r>
              <a:rPr lang="de-AT" dirty="0">
                <a:hlinkClick r:id="rId4"/>
              </a:rPr>
              <a:t>https://www.quality.de/lexikon/lerntagebuch/#Moglicher_Aufbau</a:t>
            </a:r>
            <a:endParaRPr lang="de-AT" dirty="0"/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4125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235</Words>
  <Application>Microsoft Office PowerPoint</Application>
  <PresentationFormat>Breitbild</PresentationFormat>
  <Paragraphs>77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Calisto MT</vt:lpstr>
      <vt:lpstr>Courier New</vt:lpstr>
      <vt:lpstr>Trebuchet MS</vt:lpstr>
      <vt:lpstr>Wingdings 2</vt:lpstr>
      <vt:lpstr>Schiefer</vt:lpstr>
      <vt:lpstr>Lerntagebuch</vt:lpstr>
      <vt:lpstr>Agenda</vt:lpstr>
      <vt:lpstr>Was ist ein Lerntagebuch?</vt:lpstr>
      <vt:lpstr>Wofür verwendet man es?</vt:lpstr>
      <vt:lpstr>Tools</vt:lpstr>
      <vt:lpstr>Varianten</vt:lpstr>
      <vt:lpstr>Lerntagebuch für Schüler</vt:lpstr>
      <vt:lpstr>Möglicher Inhalt</vt:lpstr>
      <vt:lpstr>Ziele</vt:lpstr>
      <vt:lpstr>Lerntagebuch für Unternehmen</vt:lpstr>
      <vt:lpstr>Möglicher Inhalt</vt:lpstr>
      <vt:lpstr>Ziele</vt:lpstr>
      <vt:lpstr>Beispiel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Lerntagebuch</dc:title>
  <dc:creator>ok</dc:creator>
  <cp:lastModifiedBy>ok</cp:lastModifiedBy>
  <cp:revision>183</cp:revision>
  <dcterms:created xsi:type="dcterms:W3CDTF">2023-11-09T06:28:04Z</dcterms:created>
  <dcterms:modified xsi:type="dcterms:W3CDTF">2023-11-09T15:19:32Z</dcterms:modified>
</cp:coreProperties>
</file>