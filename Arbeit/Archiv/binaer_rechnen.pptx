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926D5-AA0D-47BE-B9FA-6108E653E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7AFC55-CBF5-4F63-B7A0-C4CCA724E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DC8CB1-B9D0-4E4D-B3AF-9432B830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9A72EA-A247-4BCB-B4F0-2802EF43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F24AE6-B45F-47D7-B3B7-AEC06EE5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2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2293A1-0C0A-40B5-8C7B-B64CD97A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2B6B8F-A52C-4576-A37A-3571CE4F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05124A-DCB2-4DF1-B5C8-66620E47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88B94F-8D2F-49B7-ADAE-79C011E3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727879-3E64-41CC-AD8D-E45D57DE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24E61-7D77-45CA-964C-D47B493D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0BA0D1-A67E-4BF6-B783-3165E6B8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47372-33F5-4445-9576-B7D5B326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3D5E9A-A49C-432D-B89E-5E392EB8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1D2C61-63B4-42C0-89C8-27DB1EB5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1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9B4D9-9C9B-4CE7-94FB-D3987968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0180D5-2FAF-4F87-9D7C-BE0F4C024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A47DCC-FCEE-4430-B1C7-5C3A3E046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9A210D-B769-41E4-8951-F39DB924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5FCD93-3B75-41D6-972D-16CD129D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AF84BE-3D4E-476F-AE02-5431C701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9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CADA9C-3629-4905-933D-3BEE000D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B3155-28E7-46A3-8888-27740D3B3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28DFB9-35EB-4759-A452-D15068F4B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899983-25B2-4E58-BBE2-457391003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F8C6C7A-230C-4509-863C-6D1A1835E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D73078-CB68-464F-B47E-3F2D9BAE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16ABA0-0037-4139-BB71-5E3F8085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7F4ED7-A563-48BF-93BA-591EA6DF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8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33B30-DB38-4FC3-A876-498C37C1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6D49B9-9B62-4B10-879D-57E136D5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808055-3E34-4916-8A24-EA8E3313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A65626-7F44-4D19-8606-4B360F9E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5452CC-2177-4807-9A31-C475E06B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F300E7-CA25-490E-84BD-9B45470A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CAD155-F156-4FF4-9711-C360C417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5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EEE33-9036-4AF3-AB9C-BDF9584FB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26351F-0F91-4489-B135-4B4C2C7B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DC241F-9FDF-4FE6-B504-CEBA8F68C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68248B-C196-47AD-A257-F057001F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91338E-F918-4CBC-8A1C-0139F554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3BD69B-D163-4F3A-AD44-387AEC67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4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1F206-DBC3-45D9-BC9E-9619A043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6512BD-4F61-4667-8923-C332983CA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AF9D37-31F1-487F-ACFF-0EA50AD5E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620D89-570D-44B6-813B-C447B0A5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1A3FD5-72D8-42CD-B565-99CB1E22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243AEF-4C2A-49F8-AB7C-3BF5686D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DD3F5-4169-4C61-9D5A-FC23927A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2F7E98-FA7C-4455-9D66-F6908ED9B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2A8E2B-F96B-4BFE-8EBB-4B43F547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F8012B-BC5F-4C27-9D8E-3E0993F6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2B74D8-A8DD-4A98-BEA7-718A912C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2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481136-DF96-4D59-8842-9A2DEDDC9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ED37B3-7451-449A-9312-8B437B970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5FCDDD-4E47-42B7-AFE0-D9FF59F1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8DDAA1-8CE5-4B03-B11B-432BB22C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1E8D00-5F61-45CD-8B9F-C62C2E0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2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8B835B2-A28F-47E6-8E2B-EFB9A3D8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F4DCEF-EE43-41A0-8731-FA22DACA1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9A4585-AD82-4EC7-8579-A9AC2B8E2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3096C-A88A-465E-8514-D1F4CEAD7CFA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F8114C-D871-4D31-827D-E731740E1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AC5E60-D495-4C57-8E79-955F0429A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D2F63-C78E-4234-9182-26EF0A6037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6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2137A329-2CD6-45B0-AE2D-17C8342D2A17}"/>
              </a:ext>
            </a:extLst>
          </p:cNvPr>
          <p:cNvSpPr/>
          <p:nvPr/>
        </p:nvSpPr>
        <p:spPr>
          <a:xfrm>
            <a:off x="4974566" y="2773392"/>
            <a:ext cx="2242868" cy="131121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Binar</a:t>
            </a:r>
          </a:p>
          <a:p>
            <a:pPr algn="ctr"/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Zahlen</a:t>
            </a:r>
          </a:p>
          <a:p>
            <a:pPr algn="ctr"/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Rechnen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82D3764-852D-4D03-83A2-421BF8135F50}"/>
              </a:ext>
            </a:extLst>
          </p:cNvPr>
          <p:cNvSpPr/>
          <p:nvPr/>
        </p:nvSpPr>
        <p:spPr>
          <a:xfrm>
            <a:off x="2182482" y="4226941"/>
            <a:ext cx="2242867" cy="106536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Dividieren durch 2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F48B3DF-A50C-40C3-B27F-394763D5DD48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4321834" y="3892584"/>
            <a:ext cx="981192" cy="653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F766BADA-2F91-454C-BA3B-ACB49813FA69}"/>
              </a:ext>
            </a:extLst>
          </p:cNvPr>
          <p:cNvSpPr/>
          <p:nvPr/>
        </p:nvSpPr>
        <p:spPr>
          <a:xfrm>
            <a:off x="2182482" y="2053088"/>
            <a:ext cx="1940944" cy="9661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Schreibe den Rest 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719C6F3-6EE6-4A16-BE9C-EC0288B487ED}"/>
              </a:ext>
            </a:extLst>
          </p:cNvPr>
          <p:cNvCxnSpPr>
            <a:stCxn id="2" idx="1"/>
            <a:endCxn id="7" idx="6"/>
          </p:cNvCxnSpPr>
          <p:nvPr/>
        </p:nvCxnSpPr>
        <p:spPr>
          <a:xfrm flipH="1" flipV="1">
            <a:off x="4123426" y="2536167"/>
            <a:ext cx="1179600" cy="4292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35FF4A6A-FA47-4023-840E-A436EC9CB261}"/>
              </a:ext>
            </a:extLst>
          </p:cNvPr>
          <p:cNvSpPr/>
          <p:nvPr/>
        </p:nvSpPr>
        <p:spPr>
          <a:xfrm>
            <a:off x="7703388" y="4528867"/>
            <a:ext cx="2976115" cy="9661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Schreibe den Rest verkehrt 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401D5D6-BE7D-4F5C-9AA2-FC51FE7F12F0}"/>
              </a:ext>
            </a:extLst>
          </p:cNvPr>
          <p:cNvCxnSpPr>
            <a:stCxn id="2" idx="5"/>
            <a:endCxn id="10" idx="1"/>
          </p:cNvCxnSpPr>
          <p:nvPr/>
        </p:nvCxnSpPr>
        <p:spPr>
          <a:xfrm>
            <a:off x="6888974" y="3892584"/>
            <a:ext cx="1250256" cy="7777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13A5BDB-8071-4143-AFAB-2956F34DAF20}"/>
              </a:ext>
            </a:extLst>
          </p:cNvPr>
          <p:cNvSpPr txBox="1"/>
          <p:nvPr/>
        </p:nvSpPr>
        <p:spPr>
          <a:xfrm>
            <a:off x="2241087" y="905309"/>
            <a:ext cx="692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Lerntechnik war ok, mir gefällt sie jedoch nicht. Ich benutze eine andere.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FA92BAF-61F6-4F95-9AB4-B140477C28C3}"/>
              </a:ext>
            </a:extLst>
          </p:cNvPr>
          <p:cNvSpPr txBox="1"/>
          <p:nvPr/>
        </p:nvSpPr>
        <p:spPr>
          <a:xfrm>
            <a:off x="1158866" y="5495025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20 : 2 = 10 : 2 = 5 : 2 = 2 : 2 = 1 : 2 = 0</a:t>
            </a:r>
            <a:endParaRPr lang="en-US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ECC318F-02A8-4638-935C-833D3B8EF4C4}"/>
              </a:ext>
            </a:extLst>
          </p:cNvPr>
          <p:cNvSpPr txBox="1"/>
          <p:nvPr/>
        </p:nvSpPr>
        <p:spPr>
          <a:xfrm>
            <a:off x="1111515" y="5864357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00101 </a:t>
            </a:r>
            <a:r>
              <a:rPr lang="de-DE" dirty="0">
                <a:sym typeface="Wingdings" panose="05000000000000000000" pitchFamily="2" charset="2"/>
              </a:rPr>
              <a:t> 10100 = 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21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ok</dc:creator>
  <cp:lastModifiedBy>ok</cp:lastModifiedBy>
  <cp:revision>13</cp:revision>
  <dcterms:created xsi:type="dcterms:W3CDTF">2023-10-12T11:37:19Z</dcterms:created>
  <dcterms:modified xsi:type="dcterms:W3CDTF">2023-10-12T12:31:37Z</dcterms:modified>
</cp:coreProperties>
</file>