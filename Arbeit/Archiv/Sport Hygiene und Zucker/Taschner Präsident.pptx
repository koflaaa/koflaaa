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14E160-2309-47D4-8013-40BD2E9EFA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74C695A-7896-4098-9A05-F8A2F1F071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F61599D-D0BB-4DD3-9049-5B3B78798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E8C3-9D66-4D9D-B870-FDAB47D78410}" type="datetimeFigureOut">
              <a:rPr lang="de-AT" smtClean="0"/>
              <a:t>24.01.2025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05D316F-9C7C-453C-9753-9218FA8B3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D8C7DF-526C-4DEC-8430-EA52655AF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BA681-3429-45BF-90A8-DF62B6BE9CD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37714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D7014C-3C36-498A-9197-D4D74E555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2E77F32-0038-410F-A04D-13341A935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69124D-8B7C-41C2-AE24-8CD95184A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E8C3-9D66-4D9D-B870-FDAB47D78410}" type="datetimeFigureOut">
              <a:rPr lang="de-AT" smtClean="0"/>
              <a:t>24.01.2025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60F673A-3270-4337-8E31-5D961E276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4D0D90-541D-4C81-BF4E-D8261C8F2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BA681-3429-45BF-90A8-DF62B6BE9CD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5422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5108EE-246B-4BE9-8071-0553E386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1356B04-EB2E-4AFE-AEFE-9E583E3B5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CB921ED-9099-429D-85B8-A22644B57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E8C3-9D66-4D9D-B870-FDAB47D78410}" type="datetimeFigureOut">
              <a:rPr lang="de-AT" smtClean="0"/>
              <a:t>24.01.2025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4704D4-BFA5-4324-9419-5D2D9ACB4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7B012D-5E88-4BEF-8180-9EFF73E78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BA681-3429-45BF-90A8-DF62B6BE9CD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90444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E97BA7-F04B-437C-B800-82F921791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CD2C02-B8A4-41FF-A022-93132DD9F3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A4ECF8A-BD00-4D29-B4C5-FAE9A94E55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B30DC58-28A9-473D-B736-A6EDFAB88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E8C3-9D66-4D9D-B870-FDAB47D78410}" type="datetimeFigureOut">
              <a:rPr lang="de-AT" smtClean="0"/>
              <a:t>24.01.2025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E9501C-45AD-45D8-B9A1-1493D01DC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5AE558F-0DD0-4D79-8A76-4E2BA0C3B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BA681-3429-45BF-90A8-DF62B6BE9CD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13861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B10C1C-9019-47CA-9E0B-9B92C7778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11E7A44-76A6-4397-8F4D-1C229529B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02FB82E-8DF2-4D67-81B3-F97C54F601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2E5C289-EE7F-447A-B236-149EFD39B8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FB79313-774D-454E-B025-F846FA0416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11E7476-2910-4C6D-9D89-EE46AA8FF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E8C3-9D66-4D9D-B870-FDAB47D78410}" type="datetimeFigureOut">
              <a:rPr lang="de-AT" smtClean="0"/>
              <a:t>24.01.2025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CC9DA54-004D-491B-ACA1-7BECF1C2D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D9EDBC8-F2AD-47A5-9068-730DC0288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BA681-3429-45BF-90A8-DF62B6BE9CD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79974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54CBB6-EB4B-4D5B-9F01-E3FC58037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A689133-91F6-40F6-9986-A505B22F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E8C3-9D66-4D9D-B870-FDAB47D78410}" type="datetimeFigureOut">
              <a:rPr lang="de-AT" smtClean="0"/>
              <a:t>24.01.2025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0562AF9-C221-4A52-BE3A-DF599279F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B3160C9-FD3A-405B-A41A-278603B60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BA681-3429-45BF-90A8-DF62B6BE9CD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09371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CC343A8-A944-4668-864E-44DC40161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E8C3-9D66-4D9D-B870-FDAB47D78410}" type="datetimeFigureOut">
              <a:rPr lang="de-AT" smtClean="0"/>
              <a:t>24.01.2025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55C7751-86F2-4C48-A49A-325B277AF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0FA340D-49B8-4F3F-9CFB-06A5F8034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BA681-3429-45BF-90A8-DF62B6BE9CD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94402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E907C3-426C-44D5-9D9B-68B1161E7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FB2DD0-56D8-4687-92DD-13EB58D2F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2BD12C4-3F22-4C67-ACFE-B4A66E991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3D8952D-1EDE-44B2-8747-1D6D6FC41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E8C3-9D66-4D9D-B870-FDAB47D78410}" type="datetimeFigureOut">
              <a:rPr lang="de-AT" smtClean="0"/>
              <a:t>24.01.2025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16DEB4D-37B0-49A6-A1F5-80B7F7DA1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DF4BFE-A3BC-4860-9A42-86308651C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BA681-3429-45BF-90A8-DF62B6BE9CD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99895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919E30-218F-44E9-BD9B-FC6ED6D2F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C83926A-4CD2-4966-8D18-7A2A83659A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A872A5A-1C2E-42EB-86C6-6DDBA5D00B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BC2A22-8384-4FE1-A84E-A933AC0C5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E8C3-9D66-4D9D-B870-FDAB47D78410}" type="datetimeFigureOut">
              <a:rPr lang="de-AT" smtClean="0"/>
              <a:t>24.01.2025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A1EBD49-E5F6-4347-8439-5504AECBD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00E50B9-58E4-406B-AFA3-0F6D5F08E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BA681-3429-45BF-90A8-DF62B6BE9CD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97234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AE549B-36A9-4A94-8951-E4B5D257B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0619F11-37D8-4BF7-9036-B3CCA06254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3DFFF0-1E92-4C0F-989E-FF8D4C399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E8C3-9D66-4D9D-B870-FDAB47D78410}" type="datetimeFigureOut">
              <a:rPr lang="de-AT" smtClean="0"/>
              <a:t>24.01.2025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5C1BB54-5672-4767-92A7-3D248B4B9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6200BD-CF92-4474-851F-F79D9A6A2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BA681-3429-45BF-90A8-DF62B6BE9CD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87476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B23AEA7-7BD7-4692-BE05-EABEE785DB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79AAB2C-BC04-4977-9196-8FC7A95FA2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93102B-A33A-49E5-9E65-D11E777A0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E8C3-9D66-4D9D-B870-FDAB47D78410}" type="datetimeFigureOut">
              <a:rPr lang="de-AT" smtClean="0"/>
              <a:t>24.01.2025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405D817-23F7-4E9B-A888-195A601EF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9C45D0-3D30-4CD8-8EBC-807717557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BA681-3429-45BF-90A8-DF62B6BE9CD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28157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EBE1A0E-2A78-437D-9B6C-773A2BF2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7FD7B5B-9159-4DEB-9BB9-2F91B5DB0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4279D0-9BF3-4898-B383-A2ABDC2439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A2E8C3-9D66-4D9D-B870-FDAB47D78410}" type="datetimeFigureOut">
              <a:rPr lang="de-AT" smtClean="0"/>
              <a:t>24.01.2025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97A25C-F94E-444A-870E-C6479A17FF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03E4B9-B51D-4560-9839-D17C702BD7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6BA681-3429-45BF-90A8-DF62B6BE9CD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49219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307D2D-421D-4601-866A-888F5D062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Wäsche &amp; Pflege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835E0B-D4DF-409D-A555-5CB325000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pPr marL="0" lvl="0" indent="0">
              <a:lnSpc>
                <a:spcPct val="107000"/>
              </a:lnSpc>
              <a:buNone/>
            </a:pPr>
            <a:r>
              <a:rPr lang="de-AT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Wie oft solltest du deine Kleidung wechseln und Warum?</a:t>
            </a:r>
            <a:endParaRPr lang="de-AT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AT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Welche Faktoren beeinflussen die Häufigkeit des Wechsels?</a:t>
            </a:r>
            <a:endParaRPr lang="de-AT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07000"/>
              </a:lnSpc>
              <a:buFont typeface="+mj-lt"/>
              <a:buAutoNum type="romanLcPeriod"/>
            </a:pPr>
            <a:r>
              <a:rPr lang="de-AT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Sport, Anstrengung, Arbeit, Temperatur</a:t>
            </a:r>
            <a:endParaRPr lang="de-AT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AT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 passiert, wenn du deine Kleidung zu selten wäschst?</a:t>
            </a:r>
            <a:endParaRPr lang="de-AT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07000"/>
              </a:lnSpc>
              <a:buFont typeface="+mj-lt"/>
              <a:buAutoNum type="romanLcPeriod"/>
            </a:pPr>
            <a:r>
              <a:rPr lang="de-AT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Strenger Geruch, Hautreizungen/Infektionen</a:t>
            </a:r>
          </a:p>
          <a:p>
            <a:pPr marL="1143000" lvl="2" indent="-228600">
              <a:lnSpc>
                <a:spcPct val="107000"/>
              </a:lnSpc>
              <a:buFont typeface="+mj-lt"/>
              <a:buAutoNum type="romanLcPeriod"/>
            </a:pPr>
            <a:endParaRPr lang="de-AT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de-AT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Was versteht man unter saisonaler Bekleidung?</a:t>
            </a:r>
            <a:endParaRPr lang="de-AT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AT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 bedeutet saisonale Bekleidung und wie wählst du die richtige Kleidung für jede Jahreszeit</a:t>
            </a:r>
            <a:endParaRPr lang="de-AT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07000"/>
              </a:lnSpc>
              <a:buFont typeface="+mj-lt"/>
              <a:buAutoNum type="romanLcPeriod"/>
            </a:pPr>
            <a:r>
              <a:rPr lang="de-AT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Anpassen an die Temperatur</a:t>
            </a:r>
            <a:endParaRPr lang="de-AT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07000"/>
              </a:lnSpc>
              <a:buFont typeface="+mj-lt"/>
              <a:buAutoNum type="romanLcPeriod"/>
            </a:pPr>
            <a:r>
              <a:rPr lang="de-AT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Lange, Schichtige Sachen für kalte Zeiten, Kurze Sachen für Warme Zeiten, Schützende Sachen für Regenzeiten</a:t>
            </a:r>
            <a:endParaRPr lang="de-AT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indent="0">
              <a:lnSpc>
                <a:spcPct val="107000"/>
              </a:lnSpc>
              <a:buNone/>
            </a:pPr>
            <a:endParaRPr lang="de-AT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6AE7DB5-7A1E-4156-97B8-BD076B72CFBB}"/>
              </a:ext>
            </a:extLst>
          </p:cNvPr>
          <p:cNvSpPr txBox="1"/>
          <p:nvPr/>
        </p:nvSpPr>
        <p:spPr>
          <a:xfrm>
            <a:off x="6409765" y="1882588"/>
            <a:ext cx="4688541" cy="2381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07000"/>
              </a:lnSpc>
            </a:pPr>
            <a:r>
              <a:rPr lang="de-AT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Wie pflegst du deine Kleidung richtig?</a:t>
            </a:r>
            <a:endParaRPr lang="de-AT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AT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 gehört zur Wäschepflege und warum ist sie wichtig?</a:t>
            </a:r>
            <a:endParaRPr lang="de-AT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07000"/>
              </a:lnSpc>
              <a:buFont typeface="+mj-lt"/>
              <a:buAutoNum type="romanLcPeriod"/>
            </a:pPr>
            <a:r>
              <a:rPr lang="de-AT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Waschen, Trocknen, Bügeln, Zusammenlegen</a:t>
            </a:r>
            <a:endParaRPr lang="de-AT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07000"/>
              </a:lnSpc>
              <a:buFont typeface="+mj-lt"/>
              <a:buAutoNum type="romanLcPeriod"/>
            </a:pPr>
            <a:r>
              <a:rPr lang="de-AT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Besserer Geruch und keine Hautreizungen</a:t>
            </a:r>
            <a:endParaRPr lang="de-AT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57300">
              <a:lnSpc>
                <a:spcPct val="107000"/>
              </a:lnSpc>
            </a:pPr>
            <a:r>
              <a:rPr lang="de-AT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de-AT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AT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Welche Stoffarten benötigen besondere Pflege</a:t>
            </a:r>
            <a:endParaRPr lang="de-AT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Font typeface="+mj-lt"/>
              <a:buAutoNum type="romanLcPeriod"/>
            </a:pPr>
            <a:r>
              <a:rPr lang="de-AT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Leder, Seide, Wolle etc.</a:t>
            </a:r>
            <a:endParaRPr lang="de-AT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279913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C4C72B-CBC8-45C0-A5F4-9C0CF77F3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Zucker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EF3E0B-B123-4F0A-BCA8-B14E697E2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17141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AT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Welchen Zucker sollte man am ehesten konsumieren?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de-AT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Fructose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AT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AT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Wie viel Zucker sollte ein Normalsterblicher an einem tag konsumieren vs. wie viel tatsächlich (in Österreich) konsumiert wird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AT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Ca. 50 Gramm Zucker, Durchschnittlich isst der Österreicher 100 Gramm Zucker </a:t>
            </a:r>
          </a:p>
          <a:p>
            <a:endParaRPr lang="de-AT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C456183-3E02-44F3-B19F-6A691ADC6094}"/>
              </a:ext>
            </a:extLst>
          </p:cNvPr>
          <p:cNvSpPr txBox="1"/>
          <p:nvPr/>
        </p:nvSpPr>
        <p:spPr>
          <a:xfrm>
            <a:off x="6024282" y="2151529"/>
            <a:ext cx="5329518" cy="34646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AT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Was sind die Kohlenhydrate die kein Zucker sind?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AT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Stärke, Ballaststoffe und Alkohole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AT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AT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Wie viel Zucker im Blut ist ungesund (Zuckerkrankheit, Diabetes)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AT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- 6,5 Prozent oder Mehr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AT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AT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Warum braucht der Körper Insulin?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AT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Um den Blutzuckerspiegel zu regulieren</a:t>
            </a:r>
          </a:p>
        </p:txBody>
      </p:sp>
    </p:spTree>
    <p:extLst>
      <p:ext uri="{BB962C8B-B14F-4D97-AF65-F5344CB8AC3E}">
        <p14:creationId xmlns:p14="http://schemas.microsoft.com/office/powerpoint/2010/main" val="3237291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B959D7-26EE-4639-AB60-AACBCEA03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0A3016-00F0-42D6-AFF5-7A2372DF6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258671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AT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Duschen</a:t>
            </a:r>
          </a:p>
          <a:p>
            <a:pPr marL="342900" lvl="0" indent="-342900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de-AT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Jeden Abend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Calibri" panose="020F0502020204030204" pitchFamily="34" charset="0"/>
              <a:buChar char="-"/>
            </a:pPr>
            <a:r>
              <a:rPr lang="de-AT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Morgens, wenn im Schlaf geschwitzt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endParaRPr lang="de-AT" sz="15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AT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Haare Waschen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Calibri" panose="020F0502020204030204" pitchFamily="34" charset="0"/>
              <a:buChar char="-"/>
            </a:pPr>
            <a:r>
              <a:rPr lang="de-AT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Immer freitags/samstags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AT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AT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Zähneputzen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Calibri" panose="020F0502020204030204" pitchFamily="34" charset="0"/>
              <a:buChar char="-"/>
            </a:pPr>
            <a:r>
              <a:rPr lang="de-AT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der Früh, nach dem Aufstehen (vergesse ich leider auch manchmal)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de-AT" sz="15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de-AT" sz="1500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6F7D4E4-0B11-4C76-BC6C-8CCAB13B8CF1}"/>
              </a:ext>
            </a:extLst>
          </p:cNvPr>
          <p:cNvSpPr txBox="1"/>
          <p:nvPr/>
        </p:nvSpPr>
        <p:spPr>
          <a:xfrm>
            <a:off x="4329953" y="1837765"/>
            <a:ext cx="3325906" cy="4306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AT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Antitranspiranten + Deodorant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Calibri" panose="020F0502020204030204" pitchFamily="34" charset="0"/>
              <a:buChar char="-"/>
            </a:pPr>
            <a:r>
              <a:rPr lang="de-AT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der Früh immer beides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AT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AT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Händewaschen</a:t>
            </a:r>
          </a:p>
          <a:p>
            <a:pPr marL="342900" lvl="0" indent="-342900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de-AT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Immer nachdem ich nach Hause/in meine Wohnung komme</a:t>
            </a:r>
          </a:p>
          <a:p>
            <a:pPr marL="342900" lvl="0" indent="-342900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de-AT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Immer nach dem Klo gehen</a:t>
            </a:r>
          </a:p>
          <a:p>
            <a:pPr marL="342900" lvl="0" indent="-342900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de-AT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Immer nach Kontakt mit Tieren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Calibri" panose="020F0502020204030204" pitchFamily="34" charset="0"/>
              <a:buChar char="-"/>
            </a:pPr>
            <a:r>
              <a:rPr lang="de-AT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Nach dem Händewaschen IMMER Desinfizieren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Calibri" panose="020F0502020204030204" pitchFamily="34" charset="0"/>
              <a:buChar char="-"/>
            </a:pPr>
            <a:endParaRPr lang="de-AT" sz="15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AT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de-AT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Special zeug:</a:t>
            </a:r>
          </a:p>
          <a:p>
            <a:pPr marL="342900" lvl="0" indent="-342900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de-AT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1x Pro Woche Nägel schneiden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Calibri" panose="020F0502020204030204" pitchFamily="34" charset="0"/>
              <a:buChar char="-"/>
            </a:pPr>
            <a:r>
              <a:rPr lang="de-AT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Jeden 2. Tag Ohren Putzen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CD6A1F0-63B1-45DE-8BEE-33632DA3197F}"/>
              </a:ext>
            </a:extLst>
          </p:cNvPr>
          <p:cNvSpPr txBox="1"/>
          <p:nvPr/>
        </p:nvSpPr>
        <p:spPr>
          <a:xfrm>
            <a:off x="7655859" y="1963271"/>
            <a:ext cx="3612776" cy="3949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AT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Wohnungszeug:</a:t>
            </a:r>
          </a:p>
          <a:p>
            <a:pPr marL="342900" lvl="0" indent="-342900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de-AT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1x alle zwei Wochen Bett wechseln</a:t>
            </a:r>
          </a:p>
          <a:p>
            <a:pPr marL="342900" lvl="0" indent="-342900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de-AT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1x pro Woche Kühlschrank/Küchenschränke ausmisten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Calibri" panose="020F0502020204030204" pitchFamily="34" charset="0"/>
              <a:buChar char="-"/>
            </a:pPr>
            <a:r>
              <a:rPr lang="de-AT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1-2x pro Woche Wohnung zusammenräumen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AT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AT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Verbesserungen</a:t>
            </a:r>
          </a:p>
          <a:p>
            <a:pPr marL="342900" lvl="0" indent="-342900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de-AT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IMMER morgens Duschen</a:t>
            </a:r>
          </a:p>
          <a:p>
            <a:pPr marL="342900" lvl="0" indent="-342900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de-AT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Haare 2x pro Woche waschen</a:t>
            </a:r>
          </a:p>
          <a:p>
            <a:pPr marL="342900" lvl="0" indent="-342900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de-AT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Ganz wichtig: öfter Zähneputzen</a:t>
            </a:r>
          </a:p>
          <a:p>
            <a:pPr marL="342900" lvl="0" indent="-342900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de-AT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Deos Mit in die Arbeit nehmen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Calibri" panose="020F0502020204030204" pitchFamily="34" charset="0"/>
              <a:buChar char="-"/>
            </a:pPr>
            <a:r>
              <a:rPr lang="de-AT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Hände manchmal einfach so waschen</a:t>
            </a:r>
          </a:p>
        </p:txBody>
      </p:sp>
    </p:spTree>
    <p:extLst>
      <p:ext uri="{BB962C8B-B14F-4D97-AF65-F5344CB8AC3E}">
        <p14:creationId xmlns:p14="http://schemas.microsoft.com/office/powerpoint/2010/main" val="1943016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</Words>
  <Application>Microsoft Office PowerPoint</Application>
  <PresentationFormat>Breitbild</PresentationFormat>
  <Paragraphs>64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Symbol</vt:lpstr>
      <vt:lpstr>Office</vt:lpstr>
      <vt:lpstr>Wäsche &amp; Pflege</vt:lpstr>
      <vt:lpstr>Zucker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itlabvi</dc:creator>
  <cp:lastModifiedBy>itlabvi</cp:lastModifiedBy>
  <cp:revision>6</cp:revision>
  <dcterms:created xsi:type="dcterms:W3CDTF">2025-01-24T11:25:58Z</dcterms:created>
  <dcterms:modified xsi:type="dcterms:W3CDTF">2025-01-24T11:34:22Z</dcterms:modified>
</cp:coreProperties>
</file>