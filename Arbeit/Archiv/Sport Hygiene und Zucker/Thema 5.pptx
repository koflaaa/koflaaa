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24" autoAdjust="0"/>
    <p:restoredTop sz="94660"/>
  </p:normalViewPr>
  <p:slideViewPr>
    <p:cSldViewPr snapToGrid="0">
      <p:cViewPr varScale="1">
        <p:scale>
          <a:sx n="109" d="100"/>
          <a:sy n="109" d="100"/>
        </p:scale>
        <p:origin x="58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foli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de-DE"/>
              <a:t>Mastertitelformat bearbeiten</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a:t>Master-Untertitelformat bearbeiten</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3CEBEBD8-2EB6-4CD2-A268-B935AB58070A}" type="datetimeFigureOut">
              <a:rPr lang="de-AT" smtClean="0"/>
              <a:t>24.01.2025</a:t>
            </a:fld>
            <a:endParaRPr lang="de-AT"/>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de-AT"/>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8EB98098-5421-4046-9DA3-603356809360}" type="slidenum">
              <a:rPr lang="de-AT" smtClean="0"/>
              <a:t>‹Nr.›</a:t>
            </a:fld>
            <a:endParaRPr lang="de-AT"/>
          </a:p>
        </p:txBody>
      </p:sp>
    </p:spTree>
    <p:extLst>
      <p:ext uri="{BB962C8B-B14F-4D97-AF65-F5344CB8AC3E}">
        <p14:creationId xmlns:p14="http://schemas.microsoft.com/office/powerpoint/2010/main" val="17453505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3CEBEBD8-2EB6-4CD2-A268-B935AB58070A}" type="datetimeFigureOut">
              <a:rPr lang="de-AT" smtClean="0"/>
              <a:t>24.01.2025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8EB98098-5421-4046-9DA3-603356809360}" type="slidenum">
              <a:rPr lang="de-AT" smtClean="0"/>
              <a:t>‹Nr.›</a:t>
            </a:fld>
            <a:endParaRPr lang="de-AT"/>
          </a:p>
        </p:txBody>
      </p:sp>
    </p:spTree>
    <p:extLst>
      <p:ext uri="{BB962C8B-B14F-4D97-AF65-F5344CB8AC3E}">
        <p14:creationId xmlns:p14="http://schemas.microsoft.com/office/powerpoint/2010/main" val="38593286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Abschnitts-&#10;überschrift">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de-DE"/>
              <a:t>Mastertitelformat bearbeiten</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3CEBEBD8-2EB6-4CD2-A268-B935AB58070A}" type="datetimeFigureOut">
              <a:rPr lang="de-AT" smtClean="0"/>
              <a:t>24.01.2025</a:t>
            </a:fld>
            <a:endParaRPr lang="de-AT"/>
          </a:p>
        </p:txBody>
      </p:sp>
      <p:sp>
        <p:nvSpPr>
          <p:cNvPr id="5" name="Footer Placeholder 4"/>
          <p:cNvSpPr>
            <a:spLocks noGrp="1"/>
          </p:cNvSpPr>
          <p:nvPr>
            <p:ph type="ftr" sz="quarter" idx="11"/>
          </p:nvPr>
        </p:nvSpPr>
        <p:spPr/>
        <p:txBody>
          <a:bodyPr/>
          <a:lstStyle/>
          <a:p>
            <a:endParaRPr lang="de-AT"/>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EB98098-5421-4046-9DA3-603356809360}" type="slidenum">
              <a:rPr lang="de-AT" smtClean="0"/>
              <a:t>‹Nr.›</a:t>
            </a:fld>
            <a:endParaRPr lang="de-AT"/>
          </a:p>
        </p:txBody>
      </p:sp>
    </p:spTree>
    <p:extLst>
      <p:ext uri="{BB962C8B-B14F-4D97-AF65-F5344CB8AC3E}">
        <p14:creationId xmlns:p14="http://schemas.microsoft.com/office/powerpoint/2010/main" val="5322758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3CEBEBD8-2EB6-4CD2-A268-B935AB58070A}" type="datetimeFigureOut">
              <a:rPr lang="de-AT" smtClean="0"/>
              <a:t>24.01.2025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8EB98098-5421-4046-9DA3-603356809360}" type="slidenum">
              <a:rPr lang="de-AT" smtClean="0"/>
              <a:t>‹Nr.›</a:t>
            </a:fld>
            <a:endParaRPr lang="de-AT"/>
          </a:p>
        </p:txBody>
      </p:sp>
    </p:spTree>
    <p:extLst>
      <p:ext uri="{BB962C8B-B14F-4D97-AF65-F5344CB8AC3E}">
        <p14:creationId xmlns:p14="http://schemas.microsoft.com/office/powerpoint/2010/main" val="24870777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de-DE"/>
              <a:t>Mastertitelformat bearbeiten</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3CEBEBD8-2EB6-4CD2-A268-B935AB58070A}" type="datetimeFigureOut">
              <a:rPr lang="de-AT" smtClean="0"/>
              <a:t>24.01.2025</a:t>
            </a:fld>
            <a:endParaRPr lang="de-AT"/>
          </a:p>
        </p:txBody>
      </p:sp>
      <p:sp>
        <p:nvSpPr>
          <p:cNvPr id="8" name="Footer Placeholder 7"/>
          <p:cNvSpPr>
            <a:spLocks noGrp="1"/>
          </p:cNvSpPr>
          <p:nvPr>
            <p:ph type="ftr" sz="quarter" idx="11"/>
          </p:nvPr>
        </p:nvSpPr>
        <p:spPr/>
        <p:txBody>
          <a:bodyPr/>
          <a:lstStyle/>
          <a:p>
            <a:endParaRPr lang="de-AT"/>
          </a:p>
        </p:txBody>
      </p:sp>
      <p:sp>
        <p:nvSpPr>
          <p:cNvPr id="9" name="Slide Number Placeholder 8"/>
          <p:cNvSpPr>
            <a:spLocks noGrp="1"/>
          </p:cNvSpPr>
          <p:nvPr>
            <p:ph type="sldNum" sz="quarter" idx="12"/>
          </p:nvPr>
        </p:nvSpPr>
        <p:spPr/>
        <p:txBody>
          <a:bodyPr/>
          <a:lstStyle/>
          <a:p>
            <a:fld id="{8EB98098-5421-4046-9DA3-603356809360}" type="slidenum">
              <a:rPr lang="de-AT" smtClean="0"/>
              <a:t>‹Nr.›</a:t>
            </a:fld>
            <a:endParaRPr lang="de-AT"/>
          </a:p>
        </p:txBody>
      </p:sp>
    </p:spTree>
    <p:extLst>
      <p:ext uri="{BB962C8B-B14F-4D97-AF65-F5344CB8AC3E}">
        <p14:creationId xmlns:p14="http://schemas.microsoft.com/office/powerpoint/2010/main" val="17046807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de-DE"/>
              <a:t>Mastertitelformat bearbeiten</a:t>
            </a:r>
            <a:endParaRPr lang="en-US" dirty="0"/>
          </a:p>
        </p:txBody>
      </p:sp>
      <p:sp>
        <p:nvSpPr>
          <p:cNvPr id="3" name="Date Placeholder 2"/>
          <p:cNvSpPr>
            <a:spLocks noGrp="1"/>
          </p:cNvSpPr>
          <p:nvPr>
            <p:ph type="dt" sz="half" idx="10"/>
          </p:nvPr>
        </p:nvSpPr>
        <p:spPr/>
        <p:txBody>
          <a:bodyPr/>
          <a:lstStyle/>
          <a:p>
            <a:fld id="{3CEBEBD8-2EB6-4CD2-A268-B935AB58070A}" type="datetimeFigureOut">
              <a:rPr lang="de-AT" smtClean="0"/>
              <a:t>24.01.2025</a:t>
            </a:fld>
            <a:endParaRPr lang="de-AT"/>
          </a:p>
        </p:txBody>
      </p:sp>
      <p:sp>
        <p:nvSpPr>
          <p:cNvPr id="4" name="Footer Placeholder 3"/>
          <p:cNvSpPr>
            <a:spLocks noGrp="1"/>
          </p:cNvSpPr>
          <p:nvPr>
            <p:ph type="ftr" sz="quarter" idx="11"/>
          </p:nvPr>
        </p:nvSpPr>
        <p:spPr/>
        <p:txBody>
          <a:bodyPr/>
          <a:lstStyle/>
          <a:p>
            <a:endParaRPr lang="de-AT"/>
          </a:p>
        </p:txBody>
      </p:sp>
      <p:sp>
        <p:nvSpPr>
          <p:cNvPr id="5" name="Slide Number Placeholder 4"/>
          <p:cNvSpPr>
            <a:spLocks noGrp="1"/>
          </p:cNvSpPr>
          <p:nvPr>
            <p:ph type="sldNum" sz="quarter" idx="12"/>
          </p:nvPr>
        </p:nvSpPr>
        <p:spPr/>
        <p:txBody>
          <a:bodyPr/>
          <a:lstStyle/>
          <a:p>
            <a:fld id="{8EB98098-5421-4046-9DA3-603356809360}" type="slidenum">
              <a:rPr lang="de-AT" smtClean="0"/>
              <a:t>‹Nr.›</a:t>
            </a:fld>
            <a:endParaRPr lang="de-AT"/>
          </a:p>
        </p:txBody>
      </p:sp>
    </p:spTree>
    <p:extLst>
      <p:ext uri="{BB962C8B-B14F-4D97-AF65-F5344CB8AC3E}">
        <p14:creationId xmlns:p14="http://schemas.microsoft.com/office/powerpoint/2010/main" val="2816642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EBEBD8-2EB6-4CD2-A268-B935AB58070A}" type="datetimeFigureOut">
              <a:rPr lang="de-AT" smtClean="0"/>
              <a:t>24.01.2025</a:t>
            </a:fld>
            <a:endParaRPr lang="de-AT"/>
          </a:p>
        </p:txBody>
      </p:sp>
      <p:sp>
        <p:nvSpPr>
          <p:cNvPr id="3" name="Footer Placeholder 2"/>
          <p:cNvSpPr>
            <a:spLocks noGrp="1"/>
          </p:cNvSpPr>
          <p:nvPr>
            <p:ph type="ftr" sz="quarter" idx="11"/>
          </p:nvPr>
        </p:nvSpPr>
        <p:spPr/>
        <p:txBody>
          <a:bodyPr/>
          <a:lstStyle/>
          <a:p>
            <a:endParaRPr lang="de-AT"/>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8EB98098-5421-4046-9DA3-603356809360}" type="slidenum">
              <a:rPr lang="de-AT" smtClean="0"/>
              <a:t>‹Nr.›</a:t>
            </a:fld>
            <a:endParaRPr lang="de-AT"/>
          </a:p>
        </p:txBody>
      </p:sp>
    </p:spTree>
    <p:extLst>
      <p:ext uri="{BB962C8B-B14F-4D97-AF65-F5344CB8AC3E}">
        <p14:creationId xmlns:p14="http://schemas.microsoft.com/office/powerpoint/2010/main" val="17805392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Inhalt mit Überschrif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de-DE"/>
              <a:t>Mastertitelformat bearbeiten</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5" name="Date Placeholder 4"/>
          <p:cNvSpPr>
            <a:spLocks noGrp="1"/>
          </p:cNvSpPr>
          <p:nvPr>
            <p:ph type="dt" sz="half" idx="10"/>
          </p:nvPr>
        </p:nvSpPr>
        <p:spPr/>
        <p:txBody>
          <a:bodyPr/>
          <a:lstStyle/>
          <a:p>
            <a:fld id="{3CEBEBD8-2EB6-4CD2-A268-B935AB58070A}" type="datetimeFigureOut">
              <a:rPr lang="de-AT" smtClean="0"/>
              <a:t>24.01.2025</a:t>
            </a:fld>
            <a:endParaRPr lang="de-AT"/>
          </a:p>
        </p:txBody>
      </p:sp>
      <p:sp>
        <p:nvSpPr>
          <p:cNvPr id="6" name="Footer Placeholder 5"/>
          <p:cNvSpPr>
            <a:spLocks noGrp="1"/>
          </p:cNvSpPr>
          <p:nvPr>
            <p:ph type="ftr" sz="quarter" idx="11"/>
          </p:nvPr>
        </p:nvSpPr>
        <p:spPr/>
        <p:txBody>
          <a:bodyPr/>
          <a:lstStyle/>
          <a:p>
            <a:endParaRPr lang="de-AT"/>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8EB98098-5421-4046-9DA3-603356809360}" type="slidenum">
              <a:rPr lang="de-AT" smtClean="0"/>
              <a:t>‹Nr.›</a:t>
            </a:fld>
            <a:endParaRPr lang="de-AT"/>
          </a:p>
        </p:txBody>
      </p:sp>
    </p:spTree>
    <p:extLst>
      <p:ext uri="{BB962C8B-B14F-4D97-AF65-F5344CB8AC3E}">
        <p14:creationId xmlns:p14="http://schemas.microsoft.com/office/powerpoint/2010/main" val="14175184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ild mit Überschrif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de-DE"/>
              <a:t>Mastertitelformat bearbeiten</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de-DE"/>
              <a:t>Bild durch Klicken auf Symbol hinzufügen</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5" name="Date Placeholder 4"/>
          <p:cNvSpPr>
            <a:spLocks noGrp="1"/>
          </p:cNvSpPr>
          <p:nvPr>
            <p:ph type="dt" sz="half" idx="10"/>
          </p:nvPr>
        </p:nvSpPr>
        <p:spPr/>
        <p:txBody>
          <a:bodyPr/>
          <a:lstStyle/>
          <a:p>
            <a:fld id="{3CEBEBD8-2EB6-4CD2-A268-B935AB58070A}" type="datetimeFigureOut">
              <a:rPr lang="de-AT" smtClean="0"/>
              <a:t>24.01.2025</a:t>
            </a:fld>
            <a:endParaRPr lang="de-AT"/>
          </a:p>
        </p:txBody>
      </p:sp>
      <p:sp>
        <p:nvSpPr>
          <p:cNvPr id="6" name="Footer Placeholder 5"/>
          <p:cNvSpPr>
            <a:spLocks noGrp="1"/>
          </p:cNvSpPr>
          <p:nvPr>
            <p:ph type="ftr" sz="quarter" idx="11"/>
          </p:nvPr>
        </p:nvSpPr>
        <p:spPr/>
        <p:txBody>
          <a:bodyPr/>
          <a:lstStyle/>
          <a:p>
            <a:endParaRPr lang="de-AT"/>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8EB98098-5421-4046-9DA3-603356809360}" type="slidenum">
              <a:rPr lang="de-AT" smtClean="0"/>
              <a:t>‹Nr.›</a:t>
            </a:fld>
            <a:endParaRPr lang="de-AT"/>
          </a:p>
        </p:txBody>
      </p:sp>
    </p:spTree>
    <p:extLst>
      <p:ext uri="{BB962C8B-B14F-4D97-AF65-F5344CB8AC3E}">
        <p14:creationId xmlns:p14="http://schemas.microsoft.com/office/powerpoint/2010/main" val="4458917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abild mit Beschriftung">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de-DE"/>
              <a:t>Mastertitelformat bearbeiten</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de-DE"/>
              <a:t>Bild durch Klicken auf Symbol hinzufügen</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5" name="Date Placeholder 4"/>
          <p:cNvSpPr>
            <a:spLocks noGrp="1"/>
          </p:cNvSpPr>
          <p:nvPr>
            <p:ph type="dt" sz="half" idx="10"/>
          </p:nvPr>
        </p:nvSpPr>
        <p:spPr/>
        <p:txBody>
          <a:bodyPr/>
          <a:lstStyle/>
          <a:p>
            <a:fld id="{3CEBEBD8-2EB6-4CD2-A268-B935AB58070A}" type="datetimeFigureOut">
              <a:rPr lang="de-AT" smtClean="0"/>
              <a:t>24.01.2025</a:t>
            </a:fld>
            <a:endParaRPr lang="de-AT"/>
          </a:p>
        </p:txBody>
      </p:sp>
      <p:sp>
        <p:nvSpPr>
          <p:cNvPr id="6" name="Footer Placeholder 5"/>
          <p:cNvSpPr>
            <a:spLocks noGrp="1"/>
          </p:cNvSpPr>
          <p:nvPr>
            <p:ph type="ftr" sz="quarter" idx="11"/>
          </p:nvPr>
        </p:nvSpPr>
        <p:spPr/>
        <p:txBody>
          <a:bodyPr/>
          <a:lstStyle/>
          <a:p>
            <a:endParaRPr lang="de-AT"/>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8EB98098-5421-4046-9DA3-603356809360}" type="slidenum">
              <a:rPr lang="de-AT" smtClean="0"/>
              <a:t>‹Nr.›</a:t>
            </a:fld>
            <a:endParaRPr lang="de-AT"/>
          </a:p>
        </p:txBody>
      </p:sp>
    </p:spTree>
    <p:extLst>
      <p:ext uri="{BB962C8B-B14F-4D97-AF65-F5344CB8AC3E}">
        <p14:creationId xmlns:p14="http://schemas.microsoft.com/office/powerpoint/2010/main" val="38526835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el und Beschriftung">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de-DE"/>
              <a:t>Mastertitelformat bearbeiten</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4" name="Date Placeholder 3"/>
          <p:cNvSpPr>
            <a:spLocks noGrp="1"/>
          </p:cNvSpPr>
          <p:nvPr>
            <p:ph type="dt" sz="half" idx="10"/>
          </p:nvPr>
        </p:nvSpPr>
        <p:spPr/>
        <p:txBody>
          <a:bodyPr/>
          <a:lstStyle/>
          <a:p>
            <a:fld id="{3CEBEBD8-2EB6-4CD2-A268-B935AB58070A}" type="datetimeFigureOut">
              <a:rPr lang="de-AT" smtClean="0"/>
              <a:t>24.01.2025</a:t>
            </a:fld>
            <a:endParaRPr lang="de-AT"/>
          </a:p>
        </p:txBody>
      </p:sp>
      <p:sp>
        <p:nvSpPr>
          <p:cNvPr id="5" name="Footer Placeholder 4"/>
          <p:cNvSpPr>
            <a:spLocks noGrp="1"/>
          </p:cNvSpPr>
          <p:nvPr>
            <p:ph type="ftr" sz="quarter" idx="11"/>
          </p:nvPr>
        </p:nvSpPr>
        <p:spPr/>
        <p:txBody>
          <a:bodyPr/>
          <a:lstStyle/>
          <a:p>
            <a:endParaRPr lang="de-AT"/>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EB98098-5421-4046-9DA3-603356809360}" type="slidenum">
              <a:rPr lang="de-AT" smtClean="0"/>
              <a:t>‹Nr.›</a:t>
            </a:fld>
            <a:endParaRPr lang="de-AT"/>
          </a:p>
        </p:txBody>
      </p:sp>
    </p:spTree>
    <p:extLst>
      <p:ext uri="{BB962C8B-B14F-4D97-AF65-F5344CB8AC3E}">
        <p14:creationId xmlns:p14="http://schemas.microsoft.com/office/powerpoint/2010/main" val="33656666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Zitat mit Beschriftung">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de-DE"/>
              <a:t>Mastertitelformat bearbeiten</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4" name="Date Placeholder 3"/>
          <p:cNvSpPr>
            <a:spLocks noGrp="1"/>
          </p:cNvSpPr>
          <p:nvPr>
            <p:ph type="dt" sz="half" idx="10"/>
          </p:nvPr>
        </p:nvSpPr>
        <p:spPr/>
        <p:txBody>
          <a:bodyPr/>
          <a:lstStyle/>
          <a:p>
            <a:fld id="{3CEBEBD8-2EB6-4CD2-A268-B935AB58070A}" type="datetimeFigureOut">
              <a:rPr lang="de-AT" smtClean="0"/>
              <a:t>24.01.2025</a:t>
            </a:fld>
            <a:endParaRPr lang="de-AT"/>
          </a:p>
        </p:txBody>
      </p:sp>
      <p:sp>
        <p:nvSpPr>
          <p:cNvPr id="5" name="Footer Placeholder 4"/>
          <p:cNvSpPr>
            <a:spLocks noGrp="1"/>
          </p:cNvSpPr>
          <p:nvPr>
            <p:ph type="ftr" sz="quarter" idx="11"/>
          </p:nvPr>
        </p:nvSpPr>
        <p:spPr/>
        <p:txBody>
          <a:bodyPr/>
          <a:lstStyle/>
          <a:p>
            <a:endParaRPr lang="de-AT"/>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EB98098-5421-4046-9DA3-603356809360}" type="slidenum">
              <a:rPr lang="de-AT" smtClean="0"/>
              <a:t>‹Nr.›</a:t>
            </a:fld>
            <a:endParaRPr lang="de-AT"/>
          </a:p>
        </p:txBody>
      </p:sp>
    </p:spTree>
    <p:extLst>
      <p:ext uri="{BB962C8B-B14F-4D97-AF65-F5344CB8AC3E}">
        <p14:creationId xmlns:p14="http://schemas.microsoft.com/office/powerpoint/2010/main" val="29258247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nskarte">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de-DE"/>
              <a:t>Mastertitelformat bearbeiten</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3CEBEBD8-2EB6-4CD2-A268-B935AB58070A}" type="datetimeFigureOut">
              <a:rPr lang="de-AT" smtClean="0"/>
              <a:t>24.01.2025</a:t>
            </a:fld>
            <a:endParaRPr lang="de-AT"/>
          </a:p>
        </p:txBody>
      </p:sp>
      <p:sp>
        <p:nvSpPr>
          <p:cNvPr id="5" name="Footer Placeholder 4"/>
          <p:cNvSpPr>
            <a:spLocks noGrp="1"/>
          </p:cNvSpPr>
          <p:nvPr>
            <p:ph type="ftr" sz="quarter" idx="11"/>
          </p:nvPr>
        </p:nvSpPr>
        <p:spPr/>
        <p:txBody>
          <a:bodyPr/>
          <a:lstStyle/>
          <a:p>
            <a:endParaRPr lang="de-AT"/>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EB98098-5421-4046-9DA3-603356809360}" type="slidenum">
              <a:rPr lang="de-AT" smtClean="0"/>
              <a:t>‹Nr.›</a:t>
            </a:fld>
            <a:endParaRPr lang="de-AT"/>
          </a:p>
        </p:txBody>
      </p:sp>
    </p:spTree>
    <p:extLst>
      <p:ext uri="{BB962C8B-B14F-4D97-AF65-F5344CB8AC3E}">
        <p14:creationId xmlns:p14="http://schemas.microsoft.com/office/powerpoint/2010/main" val="8044057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Spalte">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de-DE"/>
              <a:t>Mastertitelformat bearbeiten</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3CEBEBD8-2EB6-4CD2-A268-B935AB58070A}" type="datetimeFigureOut">
              <a:rPr lang="de-AT" smtClean="0"/>
              <a:t>24.01.2025</a:t>
            </a:fld>
            <a:endParaRPr lang="de-AT"/>
          </a:p>
        </p:txBody>
      </p:sp>
      <p:sp>
        <p:nvSpPr>
          <p:cNvPr id="8" name="Footer Placeholder 7"/>
          <p:cNvSpPr>
            <a:spLocks noGrp="1"/>
          </p:cNvSpPr>
          <p:nvPr>
            <p:ph type="ftr" sz="quarter" idx="11"/>
          </p:nvPr>
        </p:nvSpPr>
        <p:spPr/>
        <p:txBody>
          <a:bodyPr/>
          <a:lstStyle/>
          <a:p>
            <a:endParaRPr lang="de-AT"/>
          </a:p>
        </p:txBody>
      </p:sp>
      <p:sp>
        <p:nvSpPr>
          <p:cNvPr id="9" name="Slide Number Placeholder 8"/>
          <p:cNvSpPr>
            <a:spLocks noGrp="1"/>
          </p:cNvSpPr>
          <p:nvPr>
            <p:ph type="sldNum" sz="quarter" idx="12"/>
          </p:nvPr>
        </p:nvSpPr>
        <p:spPr/>
        <p:txBody>
          <a:bodyPr/>
          <a:lstStyle/>
          <a:p>
            <a:fld id="{8EB98098-5421-4046-9DA3-603356809360}" type="slidenum">
              <a:rPr lang="de-AT" smtClean="0"/>
              <a:t>‹Nr.›</a:t>
            </a:fld>
            <a:endParaRPr lang="de-AT"/>
          </a:p>
        </p:txBody>
      </p:sp>
    </p:spTree>
    <p:extLst>
      <p:ext uri="{BB962C8B-B14F-4D97-AF65-F5344CB8AC3E}">
        <p14:creationId xmlns:p14="http://schemas.microsoft.com/office/powerpoint/2010/main" val="36980011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Bildspalte">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de-DE"/>
              <a:t>Mastertitelformat bearbeiten</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de-DE"/>
              <a:t>Bild durch Klicken auf Symbol hinzufügen</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de-DE"/>
              <a:t>Bild durch Klicken auf Symbol hinzufügen</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de-DE"/>
              <a:t>Bild durch Klicken auf Symbol hinzufügen</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3CEBEBD8-2EB6-4CD2-A268-B935AB58070A}" type="datetimeFigureOut">
              <a:rPr lang="de-AT" smtClean="0"/>
              <a:t>24.01.2025</a:t>
            </a:fld>
            <a:endParaRPr lang="de-AT"/>
          </a:p>
        </p:txBody>
      </p:sp>
      <p:sp>
        <p:nvSpPr>
          <p:cNvPr id="8" name="Footer Placeholder 7"/>
          <p:cNvSpPr>
            <a:spLocks noGrp="1"/>
          </p:cNvSpPr>
          <p:nvPr>
            <p:ph type="ftr" sz="quarter" idx="11"/>
          </p:nvPr>
        </p:nvSpPr>
        <p:spPr>
          <a:xfrm>
            <a:off x="561111" y="6391838"/>
            <a:ext cx="3644282" cy="304801"/>
          </a:xfrm>
        </p:spPr>
        <p:txBody>
          <a:bodyPr/>
          <a:lstStyle/>
          <a:p>
            <a:endParaRPr lang="de-AT"/>
          </a:p>
        </p:txBody>
      </p:sp>
      <p:sp>
        <p:nvSpPr>
          <p:cNvPr id="9" name="Slide Number Placeholder 8"/>
          <p:cNvSpPr>
            <a:spLocks noGrp="1"/>
          </p:cNvSpPr>
          <p:nvPr>
            <p:ph type="sldNum" sz="quarter" idx="12"/>
          </p:nvPr>
        </p:nvSpPr>
        <p:spPr/>
        <p:txBody>
          <a:bodyPr/>
          <a:lstStyle/>
          <a:p>
            <a:fld id="{8EB98098-5421-4046-9DA3-603356809360}" type="slidenum">
              <a:rPr lang="de-AT" smtClean="0"/>
              <a:t>‹Nr.›</a:t>
            </a:fld>
            <a:endParaRPr lang="de-AT"/>
          </a:p>
        </p:txBody>
      </p:sp>
    </p:spTree>
    <p:extLst>
      <p:ext uri="{BB962C8B-B14F-4D97-AF65-F5344CB8AC3E}">
        <p14:creationId xmlns:p14="http://schemas.microsoft.com/office/powerpoint/2010/main" val="24727627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de-DE"/>
              <a:t>Mastertitelformat bearbeiten</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3CEBEBD8-2EB6-4CD2-A268-B935AB58070A}" type="datetimeFigureOut">
              <a:rPr lang="de-AT" smtClean="0"/>
              <a:t>24.01.2025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8EB98098-5421-4046-9DA3-603356809360}" type="slidenum">
              <a:rPr lang="de-AT" smtClean="0"/>
              <a:t>‹Nr.›</a:t>
            </a:fld>
            <a:endParaRPr lang="de-AT"/>
          </a:p>
        </p:txBody>
      </p:sp>
    </p:spTree>
    <p:extLst>
      <p:ext uri="{BB962C8B-B14F-4D97-AF65-F5344CB8AC3E}">
        <p14:creationId xmlns:p14="http://schemas.microsoft.com/office/powerpoint/2010/main" val="2805901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kaler Titel u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de-DE"/>
              <a:t>Mastertitelformat bearbeiten</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3CEBEBD8-2EB6-4CD2-A268-B935AB58070A}" type="datetimeFigureOut">
              <a:rPr lang="de-AT" smtClean="0"/>
              <a:t>24.01.2025</a:t>
            </a:fld>
            <a:endParaRPr lang="de-AT"/>
          </a:p>
        </p:txBody>
      </p:sp>
      <p:sp>
        <p:nvSpPr>
          <p:cNvPr id="5" name="Footer Placeholder 4"/>
          <p:cNvSpPr>
            <a:spLocks noGrp="1"/>
          </p:cNvSpPr>
          <p:nvPr>
            <p:ph type="ftr" sz="quarter" idx="11"/>
          </p:nvPr>
        </p:nvSpPr>
        <p:spPr/>
        <p:txBody>
          <a:bodyPr/>
          <a:lstStyle/>
          <a:p>
            <a:endParaRPr lang="de-AT"/>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EB98098-5421-4046-9DA3-603356809360}" type="slidenum">
              <a:rPr lang="de-AT" smtClean="0"/>
              <a:t>‹Nr.›</a:t>
            </a:fld>
            <a:endParaRPr lang="de-AT"/>
          </a:p>
        </p:txBody>
      </p:sp>
    </p:spTree>
    <p:extLst>
      <p:ext uri="{BB962C8B-B14F-4D97-AF65-F5344CB8AC3E}">
        <p14:creationId xmlns:p14="http://schemas.microsoft.com/office/powerpoint/2010/main" val="7396115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de-DE"/>
              <a:t>Mastertitelformat bearbeiten</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3CEBEBD8-2EB6-4CD2-A268-B935AB58070A}" type="datetimeFigureOut">
              <a:rPr lang="de-AT" smtClean="0"/>
              <a:t>24.01.2025</a:t>
            </a:fld>
            <a:endParaRPr lang="de-AT"/>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de-AT"/>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8EB98098-5421-4046-9DA3-603356809360}" type="slidenum">
              <a:rPr lang="de-AT" smtClean="0"/>
              <a:t>‹Nr.›</a:t>
            </a:fld>
            <a:endParaRPr lang="de-AT"/>
          </a:p>
        </p:txBody>
      </p:sp>
    </p:spTree>
    <p:extLst>
      <p:ext uri="{BB962C8B-B14F-4D97-AF65-F5344CB8AC3E}">
        <p14:creationId xmlns:p14="http://schemas.microsoft.com/office/powerpoint/2010/main" val="3677974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B55B033-9825-4F4E-A8DE-DE3F94272F5C}"/>
              </a:ext>
            </a:extLst>
          </p:cNvPr>
          <p:cNvSpPr>
            <a:spLocks noGrp="1"/>
          </p:cNvSpPr>
          <p:nvPr>
            <p:ph type="ctrTitle"/>
          </p:nvPr>
        </p:nvSpPr>
        <p:spPr/>
        <p:txBody>
          <a:bodyPr/>
          <a:lstStyle/>
          <a:p>
            <a:r>
              <a:rPr lang="de-AT" dirty="0"/>
              <a:t>Thema 5</a:t>
            </a:r>
            <a:br>
              <a:rPr lang="de-AT" dirty="0"/>
            </a:br>
            <a:r>
              <a:rPr lang="de-AT" dirty="0"/>
              <a:t>Ernährung, Bewegung und Hygiene</a:t>
            </a:r>
          </a:p>
        </p:txBody>
      </p:sp>
      <p:sp>
        <p:nvSpPr>
          <p:cNvPr id="3" name="Untertitel 2">
            <a:extLst>
              <a:ext uri="{FF2B5EF4-FFF2-40B4-BE49-F238E27FC236}">
                <a16:creationId xmlns:a16="http://schemas.microsoft.com/office/drawing/2014/main" id="{11450867-17C1-4596-BB57-B586A7A31E66}"/>
              </a:ext>
            </a:extLst>
          </p:cNvPr>
          <p:cNvSpPr>
            <a:spLocks noGrp="1"/>
          </p:cNvSpPr>
          <p:nvPr>
            <p:ph type="subTitle" idx="1"/>
          </p:nvPr>
        </p:nvSpPr>
        <p:spPr/>
        <p:txBody>
          <a:bodyPr/>
          <a:lstStyle/>
          <a:p>
            <a:endParaRPr lang="de-AT" dirty="0"/>
          </a:p>
        </p:txBody>
      </p:sp>
    </p:spTree>
    <p:extLst>
      <p:ext uri="{BB962C8B-B14F-4D97-AF65-F5344CB8AC3E}">
        <p14:creationId xmlns:p14="http://schemas.microsoft.com/office/powerpoint/2010/main" val="39147679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C57DF8E-8BBE-4F61-8082-9443C4A8801A}"/>
              </a:ext>
            </a:extLst>
          </p:cNvPr>
          <p:cNvSpPr>
            <a:spLocks noGrp="1"/>
          </p:cNvSpPr>
          <p:nvPr>
            <p:ph type="title"/>
          </p:nvPr>
        </p:nvSpPr>
        <p:spPr/>
        <p:txBody>
          <a:bodyPr/>
          <a:lstStyle/>
          <a:p>
            <a:r>
              <a:rPr lang="de-AT" sz="2800" dirty="0"/>
              <a:t>Welche Rolle spielt Ernährung in der Hygiene?</a:t>
            </a:r>
          </a:p>
        </p:txBody>
      </p:sp>
      <p:sp>
        <p:nvSpPr>
          <p:cNvPr id="3" name="Inhaltsplatzhalter 2">
            <a:extLst>
              <a:ext uri="{FF2B5EF4-FFF2-40B4-BE49-F238E27FC236}">
                <a16:creationId xmlns:a16="http://schemas.microsoft.com/office/drawing/2014/main" id="{4D38BDDB-C670-4FB8-8464-1945DE2E1573}"/>
              </a:ext>
            </a:extLst>
          </p:cNvPr>
          <p:cNvSpPr>
            <a:spLocks noGrp="1"/>
          </p:cNvSpPr>
          <p:nvPr>
            <p:ph idx="1"/>
          </p:nvPr>
        </p:nvSpPr>
        <p:spPr>
          <a:xfrm>
            <a:off x="1154954" y="2603500"/>
            <a:ext cx="8825659" cy="825500"/>
          </a:xfrm>
        </p:spPr>
        <p:txBody>
          <a:bodyPr/>
          <a:lstStyle/>
          <a:p>
            <a:pPr marL="0" indent="0">
              <a:buNone/>
            </a:pPr>
            <a:r>
              <a:rPr lang="de-AT" dirty="0"/>
              <a:t>Falls man sich nicht korrekt ernährt hat man erhöhte </a:t>
            </a:r>
            <a:r>
              <a:rPr lang="de-AT" dirty="0" err="1"/>
              <a:t>chancen</a:t>
            </a:r>
            <a:r>
              <a:rPr lang="de-AT" dirty="0"/>
              <a:t> von:</a:t>
            </a:r>
          </a:p>
          <a:p>
            <a:pPr marL="0" indent="0">
              <a:buNone/>
            </a:pPr>
            <a:r>
              <a:rPr lang="de-AT" dirty="0"/>
              <a:t>Z.B</a:t>
            </a:r>
          </a:p>
          <a:p>
            <a:endParaRPr lang="de-AT" dirty="0"/>
          </a:p>
        </p:txBody>
      </p:sp>
      <p:sp>
        <p:nvSpPr>
          <p:cNvPr id="7" name="Textfeld 6">
            <a:extLst>
              <a:ext uri="{FF2B5EF4-FFF2-40B4-BE49-F238E27FC236}">
                <a16:creationId xmlns:a16="http://schemas.microsoft.com/office/drawing/2014/main" id="{05096CBB-F062-4B4E-B817-15DB112A6809}"/>
              </a:ext>
            </a:extLst>
          </p:cNvPr>
          <p:cNvSpPr txBox="1"/>
          <p:nvPr/>
        </p:nvSpPr>
        <p:spPr>
          <a:xfrm>
            <a:off x="841863" y="3701533"/>
            <a:ext cx="1593606" cy="369332"/>
          </a:xfrm>
          <a:prstGeom prst="rect">
            <a:avLst/>
          </a:prstGeom>
          <a:noFill/>
        </p:spPr>
        <p:txBody>
          <a:bodyPr wrap="square">
            <a:spAutoFit/>
          </a:bodyPr>
          <a:lstStyle/>
          <a:p>
            <a:pPr marL="0" indent="0">
              <a:buNone/>
            </a:pPr>
            <a:r>
              <a:rPr lang="de-AT" dirty="0"/>
              <a:t>	Akne</a:t>
            </a:r>
          </a:p>
        </p:txBody>
      </p:sp>
      <p:pic>
        <p:nvPicPr>
          <p:cNvPr id="13" name="Grafik 12" descr="Was ist Akne Conglobata und wie wird sie behandelt? - Melocare GmbH">
            <a:extLst>
              <a:ext uri="{FF2B5EF4-FFF2-40B4-BE49-F238E27FC236}">
                <a16:creationId xmlns:a16="http://schemas.microsoft.com/office/drawing/2014/main" id="{54E22F4E-CF6B-4D51-B8FC-BE47B62AFF15}"/>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642946" y="3016250"/>
            <a:ext cx="5715000" cy="3810000"/>
          </a:xfrm>
          <a:prstGeom prst="rect">
            <a:avLst/>
          </a:prstGeom>
          <a:noFill/>
          <a:ln>
            <a:noFill/>
          </a:ln>
        </p:spPr>
      </p:pic>
    </p:spTree>
    <p:extLst>
      <p:ext uri="{BB962C8B-B14F-4D97-AF65-F5344CB8AC3E}">
        <p14:creationId xmlns:p14="http://schemas.microsoft.com/office/powerpoint/2010/main" val="13620851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AC777C4-8DA6-407C-B4F3-23AA62BE5028}"/>
              </a:ext>
            </a:extLst>
          </p:cNvPr>
          <p:cNvSpPr>
            <a:spLocks noGrp="1"/>
          </p:cNvSpPr>
          <p:nvPr>
            <p:ph type="title"/>
          </p:nvPr>
        </p:nvSpPr>
        <p:spPr/>
        <p:txBody>
          <a:bodyPr/>
          <a:lstStyle/>
          <a:p>
            <a:r>
              <a:rPr lang="de-AT" sz="2800" dirty="0"/>
              <a:t>Welche Rolle spielt Ernährung in der Hygiene?</a:t>
            </a:r>
          </a:p>
        </p:txBody>
      </p:sp>
      <p:sp>
        <p:nvSpPr>
          <p:cNvPr id="3" name="Inhaltsplatzhalter 2">
            <a:extLst>
              <a:ext uri="{FF2B5EF4-FFF2-40B4-BE49-F238E27FC236}">
                <a16:creationId xmlns:a16="http://schemas.microsoft.com/office/drawing/2014/main" id="{FB3BCC38-B2D1-4AD8-ACBA-F4B21E3F10A0}"/>
              </a:ext>
            </a:extLst>
          </p:cNvPr>
          <p:cNvSpPr>
            <a:spLocks noGrp="1"/>
          </p:cNvSpPr>
          <p:nvPr>
            <p:ph idx="1"/>
          </p:nvPr>
        </p:nvSpPr>
        <p:spPr/>
        <p:txBody>
          <a:bodyPr/>
          <a:lstStyle/>
          <a:p>
            <a:r>
              <a:rPr lang="de-AT" dirty="0"/>
              <a:t>Rosazea (Entzündungen im Gesicht),</a:t>
            </a:r>
          </a:p>
        </p:txBody>
      </p:sp>
      <p:pic>
        <p:nvPicPr>
          <p:cNvPr id="4" name="Grafik 3" descr="Rosazea behandeln: Was hilft gegen die Gesichtsrötung? | NDR.de - Ratgeber  - Gesundheit">
            <a:extLst>
              <a:ext uri="{FF2B5EF4-FFF2-40B4-BE49-F238E27FC236}">
                <a16:creationId xmlns:a16="http://schemas.microsoft.com/office/drawing/2014/main" id="{A4410E0D-1DCD-472F-B3C6-76692F59AF7A}"/>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31302" y="3145228"/>
            <a:ext cx="5760720" cy="3240405"/>
          </a:xfrm>
          <a:prstGeom prst="rect">
            <a:avLst/>
          </a:prstGeom>
          <a:noFill/>
          <a:ln>
            <a:noFill/>
          </a:ln>
        </p:spPr>
      </p:pic>
    </p:spTree>
    <p:extLst>
      <p:ext uri="{BB962C8B-B14F-4D97-AF65-F5344CB8AC3E}">
        <p14:creationId xmlns:p14="http://schemas.microsoft.com/office/powerpoint/2010/main" val="33387039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AC777C4-8DA6-407C-B4F3-23AA62BE5028}"/>
              </a:ext>
            </a:extLst>
          </p:cNvPr>
          <p:cNvSpPr>
            <a:spLocks noGrp="1"/>
          </p:cNvSpPr>
          <p:nvPr>
            <p:ph type="title"/>
          </p:nvPr>
        </p:nvSpPr>
        <p:spPr/>
        <p:txBody>
          <a:bodyPr/>
          <a:lstStyle/>
          <a:p>
            <a:r>
              <a:rPr lang="de-AT" sz="2800" dirty="0"/>
              <a:t>Welche Rolle spielt Ernährung in der Hygiene?</a:t>
            </a:r>
          </a:p>
        </p:txBody>
      </p:sp>
      <p:sp>
        <p:nvSpPr>
          <p:cNvPr id="3" name="Inhaltsplatzhalter 2">
            <a:extLst>
              <a:ext uri="{FF2B5EF4-FFF2-40B4-BE49-F238E27FC236}">
                <a16:creationId xmlns:a16="http://schemas.microsoft.com/office/drawing/2014/main" id="{FB3BCC38-B2D1-4AD8-ACBA-F4B21E3F10A0}"/>
              </a:ext>
            </a:extLst>
          </p:cNvPr>
          <p:cNvSpPr>
            <a:spLocks noGrp="1"/>
          </p:cNvSpPr>
          <p:nvPr>
            <p:ph idx="1"/>
          </p:nvPr>
        </p:nvSpPr>
        <p:spPr/>
        <p:txBody>
          <a:bodyPr/>
          <a:lstStyle/>
          <a:p>
            <a:r>
              <a:rPr lang="de-AT" dirty="0"/>
              <a:t>Neurodermitis (trockene juckende Hautstellen)</a:t>
            </a:r>
          </a:p>
        </p:txBody>
      </p:sp>
      <p:pic>
        <p:nvPicPr>
          <p:cNvPr id="5" name="Grafik 4" descr="Neurodermitis: Krankheitsbild">
            <a:extLst>
              <a:ext uri="{FF2B5EF4-FFF2-40B4-BE49-F238E27FC236}">
                <a16:creationId xmlns:a16="http://schemas.microsoft.com/office/drawing/2014/main" id="{579C1FF1-F470-4FE3-8A22-6D1881B6E101}"/>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5985217" y="3015615"/>
            <a:ext cx="5760720" cy="3842385"/>
          </a:xfrm>
          <a:prstGeom prst="rect">
            <a:avLst/>
          </a:prstGeom>
          <a:noFill/>
          <a:ln>
            <a:noFill/>
          </a:ln>
        </p:spPr>
      </p:pic>
    </p:spTree>
    <p:extLst>
      <p:ext uri="{BB962C8B-B14F-4D97-AF65-F5344CB8AC3E}">
        <p14:creationId xmlns:p14="http://schemas.microsoft.com/office/powerpoint/2010/main" val="24009019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AC777C4-8DA6-407C-B4F3-23AA62BE5028}"/>
              </a:ext>
            </a:extLst>
          </p:cNvPr>
          <p:cNvSpPr>
            <a:spLocks noGrp="1"/>
          </p:cNvSpPr>
          <p:nvPr>
            <p:ph type="title"/>
          </p:nvPr>
        </p:nvSpPr>
        <p:spPr/>
        <p:txBody>
          <a:bodyPr/>
          <a:lstStyle/>
          <a:p>
            <a:r>
              <a:rPr lang="de-AT" sz="2800" dirty="0"/>
              <a:t>Welche Rolle spielt Ernährung in der Hygiene?</a:t>
            </a:r>
          </a:p>
        </p:txBody>
      </p:sp>
      <p:sp>
        <p:nvSpPr>
          <p:cNvPr id="3" name="Inhaltsplatzhalter 2">
            <a:extLst>
              <a:ext uri="{FF2B5EF4-FFF2-40B4-BE49-F238E27FC236}">
                <a16:creationId xmlns:a16="http://schemas.microsoft.com/office/drawing/2014/main" id="{FB3BCC38-B2D1-4AD8-ACBA-F4B21E3F10A0}"/>
              </a:ext>
            </a:extLst>
          </p:cNvPr>
          <p:cNvSpPr>
            <a:spLocks noGrp="1"/>
          </p:cNvSpPr>
          <p:nvPr>
            <p:ph idx="1"/>
          </p:nvPr>
        </p:nvSpPr>
        <p:spPr/>
        <p:txBody>
          <a:bodyPr/>
          <a:lstStyle/>
          <a:p>
            <a:r>
              <a:rPr lang="de-AT" dirty="0"/>
              <a:t>Psoriasis (Schuppenflechte)</a:t>
            </a:r>
          </a:p>
        </p:txBody>
      </p:sp>
      <p:pic>
        <p:nvPicPr>
          <p:cNvPr id="6" name="Grafik 5" descr="Schuppenflechte (Psoriasis) | tirol kliniken Blog">
            <a:extLst>
              <a:ext uri="{FF2B5EF4-FFF2-40B4-BE49-F238E27FC236}">
                <a16:creationId xmlns:a16="http://schemas.microsoft.com/office/drawing/2014/main" id="{678FFD9B-C873-447F-AF8A-BBF099AD1E76}"/>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67783" y="3136435"/>
            <a:ext cx="5760720" cy="3240405"/>
          </a:xfrm>
          <a:prstGeom prst="rect">
            <a:avLst/>
          </a:prstGeom>
          <a:noFill/>
          <a:ln>
            <a:noFill/>
          </a:ln>
        </p:spPr>
      </p:pic>
    </p:spTree>
    <p:extLst>
      <p:ext uri="{BB962C8B-B14F-4D97-AF65-F5344CB8AC3E}">
        <p14:creationId xmlns:p14="http://schemas.microsoft.com/office/powerpoint/2010/main" val="32840921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0EF648F-66D9-4685-B1B3-C5BDAA1E63BA}"/>
              </a:ext>
            </a:extLst>
          </p:cNvPr>
          <p:cNvSpPr>
            <a:spLocks noGrp="1"/>
          </p:cNvSpPr>
          <p:nvPr>
            <p:ph type="title"/>
          </p:nvPr>
        </p:nvSpPr>
        <p:spPr/>
        <p:txBody>
          <a:bodyPr/>
          <a:lstStyle/>
          <a:p>
            <a:br>
              <a:rPr lang="de-AT" dirty="0"/>
            </a:br>
            <a:r>
              <a:rPr lang="de-AT" dirty="0"/>
              <a:t>Bewegung hilft Hygiene</a:t>
            </a:r>
          </a:p>
        </p:txBody>
      </p:sp>
      <p:sp>
        <p:nvSpPr>
          <p:cNvPr id="3" name="Inhaltsplatzhalter 2">
            <a:extLst>
              <a:ext uri="{FF2B5EF4-FFF2-40B4-BE49-F238E27FC236}">
                <a16:creationId xmlns:a16="http://schemas.microsoft.com/office/drawing/2014/main" id="{A8446EE5-A44B-408D-8F58-AC1666848801}"/>
              </a:ext>
            </a:extLst>
          </p:cNvPr>
          <p:cNvSpPr>
            <a:spLocks noGrp="1"/>
          </p:cNvSpPr>
          <p:nvPr>
            <p:ph idx="1"/>
          </p:nvPr>
        </p:nvSpPr>
        <p:spPr/>
        <p:txBody>
          <a:bodyPr>
            <a:normAutofit/>
          </a:bodyPr>
          <a:lstStyle/>
          <a:p>
            <a:r>
              <a:rPr lang="de-DE" sz="1600" dirty="0"/>
              <a:t>Hilft bei der Vorbeugung und Behandlung nichtübertragbarer Krankheiten (NCDs) wie Herzerkrankungen, Schlaganfall, Diabetes sowie Brust- und Darmkrebs</a:t>
            </a:r>
          </a:p>
          <a:p>
            <a:r>
              <a:rPr lang="de-DE" sz="1600" dirty="0"/>
              <a:t>Herz-Kreislauf-System verliert an Leistungsfähigkeit</a:t>
            </a:r>
          </a:p>
          <a:p>
            <a:endParaRPr lang="de-DE" sz="1600"/>
          </a:p>
          <a:p>
            <a:r>
              <a:rPr lang="de-DE" sz="1600"/>
              <a:t>Immunsystem </a:t>
            </a:r>
            <a:r>
              <a:rPr lang="de-DE" sz="1600" dirty="0"/>
              <a:t>wird schwächer</a:t>
            </a:r>
          </a:p>
          <a:p>
            <a:r>
              <a:rPr lang="de-DE" sz="1600" dirty="0"/>
              <a:t>Muskeln Werden schwächer </a:t>
            </a:r>
          </a:p>
          <a:p>
            <a:r>
              <a:rPr lang="de-DE" sz="1600" dirty="0"/>
              <a:t>Fett - und Zuckerstoffwechsel </a:t>
            </a:r>
          </a:p>
          <a:p>
            <a:r>
              <a:rPr lang="de-DE" sz="1600" dirty="0"/>
              <a:t>Depressive Verstimmungen</a:t>
            </a:r>
          </a:p>
          <a:p>
            <a:endParaRPr lang="de-AT" dirty="0"/>
          </a:p>
        </p:txBody>
      </p:sp>
    </p:spTree>
    <p:extLst>
      <p:ext uri="{BB962C8B-B14F-4D97-AF65-F5344CB8AC3E}">
        <p14:creationId xmlns:p14="http://schemas.microsoft.com/office/powerpoint/2010/main" val="18515499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B6C8F2F-BEB6-428B-AFB6-A8F73F2BBCC1}"/>
              </a:ext>
            </a:extLst>
          </p:cNvPr>
          <p:cNvSpPr>
            <a:spLocks noGrp="1"/>
          </p:cNvSpPr>
          <p:nvPr>
            <p:ph type="title"/>
          </p:nvPr>
        </p:nvSpPr>
        <p:spPr/>
        <p:txBody>
          <a:bodyPr/>
          <a:lstStyle/>
          <a:p>
            <a:r>
              <a:rPr lang="de-AT" dirty="0"/>
              <a:t>Zuckerkonsum und Körpergeruch</a:t>
            </a:r>
          </a:p>
        </p:txBody>
      </p:sp>
      <p:sp>
        <p:nvSpPr>
          <p:cNvPr id="3" name="Inhaltsplatzhalter 2">
            <a:extLst>
              <a:ext uri="{FF2B5EF4-FFF2-40B4-BE49-F238E27FC236}">
                <a16:creationId xmlns:a16="http://schemas.microsoft.com/office/drawing/2014/main" id="{3B18F09A-F039-4C96-B891-E36FBF6CC78D}"/>
              </a:ext>
            </a:extLst>
          </p:cNvPr>
          <p:cNvSpPr>
            <a:spLocks noGrp="1"/>
          </p:cNvSpPr>
          <p:nvPr>
            <p:ph idx="1"/>
          </p:nvPr>
        </p:nvSpPr>
        <p:spPr/>
        <p:txBody>
          <a:bodyPr/>
          <a:lstStyle/>
          <a:p>
            <a:r>
              <a:rPr lang="de-DE" dirty="0"/>
              <a:t>ernährungsbedingter Krankheiten wie Adipositas, Diabetes Typ 2, Herz-Kreislauferkrankungen, Depressionen, Schlafstörungen und Konzentrationsschwäche</a:t>
            </a:r>
          </a:p>
          <a:p>
            <a:endParaRPr lang="de-DE" dirty="0"/>
          </a:p>
          <a:p>
            <a:r>
              <a:rPr lang="de-DE" dirty="0"/>
              <a:t>Der Verzehr übermäßiger Zuckermengen kann zu einem Anstieg des Glukosespiegels in Ihrem Schweiß führen. Dieser erhöhte Glukosespiegel kann als Festmahl für Bakterien dienen, was zu einer erhöhten Bakterienaktivität und in der Folge zu einem stärkeren Körpergeruch führt</a:t>
            </a:r>
          </a:p>
          <a:p>
            <a:endParaRPr lang="de-AT" dirty="0"/>
          </a:p>
        </p:txBody>
      </p:sp>
    </p:spTree>
    <p:extLst>
      <p:ext uri="{BB962C8B-B14F-4D97-AF65-F5344CB8AC3E}">
        <p14:creationId xmlns:p14="http://schemas.microsoft.com/office/powerpoint/2010/main" val="73692842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Sitzungssaal">
  <a:themeElements>
    <a:clrScheme name="Ion-Sitzungssaal">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Sitzungssaal">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Sitzungssaal">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0</TotalTime>
  <Words>172</Words>
  <Application>Microsoft Office PowerPoint</Application>
  <PresentationFormat>Breitbild</PresentationFormat>
  <Paragraphs>23</Paragraphs>
  <Slides>7</Slides>
  <Notes>0</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7</vt:i4>
      </vt:variant>
    </vt:vector>
  </HeadingPairs>
  <TitlesOfParts>
    <vt:vector size="11" baseType="lpstr">
      <vt:lpstr>Arial</vt:lpstr>
      <vt:lpstr>Century Gothic</vt:lpstr>
      <vt:lpstr>Wingdings 3</vt:lpstr>
      <vt:lpstr>Ion-Sitzungssaal</vt:lpstr>
      <vt:lpstr>Thema 5 Ernährung, Bewegung und Hygiene</vt:lpstr>
      <vt:lpstr>Welche Rolle spielt Ernährung in der Hygiene?</vt:lpstr>
      <vt:lpstr>Welche Rolle spielt Ernährung in der Hygiene?</vt:lpstr>
      <vt:lpstr>Welche Rolle spielt Ernährung in der Hygiene?</vt:lpstr>
      <vt:lpstr>Welche Rolle spielt Ernährung in der Hygiene?</vt:lpstr>
      <vt:lpstr> Bewegung hilft Hygiene</vt:lpstr>
      <vt:lpstr>Zuckerkonsum und Körpergeruch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Thema 5 Ernährung, Bewegung und Hygiene</dc:title>
  <dc:creator>itlabvi</dc:creator>
  <cp:lastModifiedBy>itlabvi</cp:lastModifiedBy>
  <cp:revision>5</cp:revision>
  <dcterms:created xsi:type="dcterms:W3CDTF">2025-01-24T11:25:32Z</dcterms:created>
  <dcterms:modified xsi:type="dcterms:W3CDTF">2025-01-24T11:42:42Z</dcterms:modified>
</cp:coreProperties>
</file>