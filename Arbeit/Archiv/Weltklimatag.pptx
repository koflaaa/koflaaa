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1029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10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0310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019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76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42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82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988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44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53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001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124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603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6542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1813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0147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0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A0DC972-707E-43EB-BA69-898F4BE390B8}" type="datetimeFigureOut">
              <a:rPr lang="de-DE" smtClean="0"/>
              <a:t>03.11.2023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286D4FB-851E-40D6-B20A-57464DBFE4A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9134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EF2CB-0DA1-40EC-9656-8A0457095F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Weltklimatag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AE878C-CB3F-494B-9F7F-64000055A9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Kofler, Schweighofer</a:t>
            </a:r>
          </a:p>
        </p:txBody>
      </p:sp>
    </p:spTree>
    <p:extLst>
      <p:ext uri="{BB962C8B-B14F-4D97-AF65-F5344CB8AC3E}">
        <p14:creationId xmlns:p14="http://schemas.microsoft.com/office/powerpoint/2010/main" val="2364404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8EFE93-D51F-4AD9-B060-58B008DA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Sinn und Zweck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3DA6F5-947B-4B39-B561-E76F0D7E6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Verbreitung von Wissen über die Ursache und Probleme der Klimakrise</a:t>
            </a:r>
          </a:p>
          <a:p>
            <a:r>
              <a:rPr lang="de-DE" dirty="0"/>
              <a:t>Näherbringen der Klimaproblematik</a:t>
            </a:r>
          </a:p>
          <a:p>
            <a:r>
              <a:rPr lang="de-DE" dirty="0"/>
              <a:t>Sichtbarmachen der Zusammenhänge und </a:t>
            </a:r>
            <a:r>
              <a:rPr lang="de-DE"/>
              <a:t>mögliche Lösungen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119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C801F-144B-4D5A-9C2D-CB631BA3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Insgesamte Rollen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049B39-F805-4ADE-810B-277299D60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de-DE" dirty="0"/>
              <a:t>5 Länder:</a:t>
            </a:r>
          </a:p>
          <a:p>
            <a:pPr lvl="1"/>
            <a:r>
              <a:rPr lang="de-DE" dirty="0" err="1"/>
              <a:t>Wengano</a:t>
            </a:r>
            <a:r>
              <a:rPr lang="de-DE" dirty="0"/>
              <a:t> (Unseres, Südamerika)</a:t>
            </a:r>
          </a:p>
          <a:p>
            <a:pPr lvl="1"/>
            <a:r>
              <a:rPr lang="de-DE" dirty="0" err="1"/>
              <a:t>Pasgana</a:t>
            </a:r>
            <a:r>
              <a:rPr lang="de-DE" dirty="0"/>
              <a:t> (Europa)</a:t>
            </a:r>
          </a:p>
          <a:p>
            <a:pPr lvl="1"/>
            <a:r>
              <a:rPr lang="de-DE" dirty="0" err="1"/>
              <a:t>Zentari</a:t>
            </a:r>
            <a:r>
              <a:rPr lang="de-DE" dirty="0"/>
              <a:t> (Nordamerika)</a:t>
            </a:r>
          </a:p>
          <a:p>
            <a:pPr lvl="1"/>
            <a:r>
              <a:rPr lang="de-DE" dirty="0" err="1"/>
              <a:t>Elatrien</a:t>
            </a:r>
            <a:r>
              <a:rPr lang="de-DE" dirty="0"/>
              <a:t>(Afrika)</a:t>
            </a:r>
          </a:p>
          <a:p>
            <a:pPr lvl="1"/>
            <a:r>
              <a:rPr lang="de-DE" dirty="0" err="1"/>
              <a:t>Sekon</a:t>
            </a:r>
            <a:r>
              <a:rPr lang="de-DE" dirty="0"/>
              <a:t> (Asien)</a:t>
            </a:r>
          </a:p>
          <a:p>
            <a:pPr lvl="1"/>
            <a:endParaRPr lang="de-DE" dirty="0"/>
          </a:p>
          <a:p>
            <a:r>
              <a:rPr lang="de-DE" dirty="0"/>
              <a:t>Zivilgesellschaft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60EA01-9D92-41C6-92CB-C040D0CAA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0"/>
          </a:xfrm>
        </p:spPr>
        <p:txBody>
          <a:bodyPr anchor="ctr"/>
          <a:lstStyle/>
          <a:p>
            <a:r>
              <a:rPr lang="de-DE" dirty="0"/>
              <a:t>5 Corporations bzw. Großkonzerne:</a:t>
            </a:r>
          </a:p>
          <a:p>
            <a:pPr lvl="1"/>
            <a:r>
              <a:rPr lang="de-DE" dirty="0"/>
              <a:t>Industrial Corp.</a:t>
            </a:r>
          </a:p>
          <a:p>
            <a:pPr lvl="1"/>
            <a:r>
              <a:rPr lang="de-DE" dirty="0" err="1"/>
              <a:t>Crop</a:t>
            </a:r>
            <a:r>
              <a:rPr lang="de-DE" dirty="0"/>
              <a:t> Corp.</a:t>
            </a:r>
          </a:p>
          <a:p>
            <a:pPr lvl="1"/>
            <a:r>
              <a:rPr lang="de-DE" dirty="0"/>
              <a:t>Animal Corp.</a:t>
            </a:r>
          </a:p>
          <a:p>
            <a:pPr lvl="1"/>
            <a:r>
              <a:rPr lang="de-DE" dirty="0" err="1"/>
              <a:t>Voltage</a:t>
            </a:r>
            <a:r>
              <a:rPr lang="de-DE" dirty="0"/>
              <a:t> Corp.</a:t>
            </a:r>
          </a:p>
          <a:p>
            <a:pPr lvl="1"/>
            <a:r>
              <a:rPr lang="de-DE" dirty="0"/>
              <a:t>Stone Corp.</a:t>
            </a:r>
          </a:p>
          <a:p>
            <a:pPr lvl="1"/>
            <a:endParaRPr lang="de-DE" dirty="0"/>
          </a:p>
          <a:p>
            <a:r>
              <a:rPr lang="de-DE" dirty="0" err="1"/>
              <a:t>UiO</a:t>
            </a:r>
            <a:r>
              <a:rPr lang="de-DE" dirty="0"/>
              <a:t> (UNO, Unabhängige internationale Organisation)</a:t>
            </a:r>
          </a:p>
        </p:txBody>
      </p:sp>
    </p:spTree>
    <p:extLst>
      <p:ext uri="{BB962C8B-B14F-4D97-AF65-F5344CB8AC3E}">
        <p14:creationId xmlns:p14="http://schemas.microsoft.com/office/powerpoint/2010/main" val="160197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C8739-D867-4AD6-8B0D-F71E2443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Unsere Rollen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803D530-4882-43E7-922F-24158DC7B6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de-DE" dirty="0"/>
              <a:t>P. Schweighofer </a:t>
            </a:r>
          </a:p>
          <a:p>
            <a:pPr marL="36900" indent="0">
              <a:buNone/>
            </a:pPr>
            <a:r>
              <a:rPr lang="de-DE" dirty="0"/>
              <a:t>(1. Lehrjahr bfi-IT-L@B Villach)</a:t>
            </a:r>
          </a:p>
          <a:p>
            <a:r>
              <a:rPr lang="de-DE" dirty="0"/>
              <a:t>Bundespräsident von </a:t>
            </a:r>
            <a:r>
              <a:rPr lang="de-DE" dirty="0" err="1"/>
              <a:t>Wengano</a:t>
            </a:r>
            <a:endParaRPr lang="de-DE" dirty="0"/>
          </a:p>
          <a:p>
            <a:pPr lvl="1"/>
            <a:r>
              <a:rPr lang="de-DE" dirty="0"/>
              <a:t>Anschaffung von Ressourcen</a:t>
            </a:r>
          </a:p>
          <a:p>
            <a:pPr lvl="1"/>
            <a:r>
              <a:rPr lang="de-DE" dirty="0"/>
              <a:t>Pflegen von politischen Kontakten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A0FDB81B-6ED7-4B8C-AA57-C6555C5681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r>
              <a:rPr lang="de-DE" dirty="0"/>
              <a:t>T. Kofler</a:t>
            </a:r>
          </a:p>
          <a:p>
            <a:pPr marL="36900" indent="0">
              <a:buNone/>
            </a:pPr>
            <a:r>
              <a:rPr lang="de-DE" dirty="0"/>
              <a:t>(1. Lehrjahr bfi-IT-L@B Villach)</a:t>
            </a:r>
          </a:p>
          <a:p>
            <a:r>
              <a:rPr lang="de-DE" dirty="0"/>
              <a:t>Ministerposten</a:t>
            </a:r>
          </a:p>
          <a:p>
            <a:pPr lvl="1"/>
            <a:r>
              <a:rPr lang="de-DE" dirty="0"/>
              <a:t>Beratung</a:t>
            </a:r>
          </a:p>
          <a:p>
            <a:pPr lvl="1"/>
            <a:r>
              <a:rPr lang="de-DE" dirty="0"/>
              <a:t>Pflegen von Kontakten</a:t>
            </a:r>
          </a:p>
          <a:p>
            <a:pPr lvl="1"/>
            <a:r>
              <a:rPr lang="de-DE" dirty="0"/>
              <a:t>Anschaffen und Verwalten von Ressourcen</a:t>
            </a:r>
          </a:p>
        </p:txBody>
      </p:sp>
    </p:spTree>
    <p:extLst>
      <p:ext uri="{BB962C8B-B14F-4D97-AF65-F5344CB8AC3E}">
        <p14:creationId xmlns:p14="http://schemas.microsoft.com/office/powerpoint/2010/main" val="361338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D89701-5E04-492F-8CAD-DA89F4B5F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Unser Beitrag?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979D1D-242B-4EA4-BE1B-1D1E5B45F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Schweighofer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1D1CCF6-70CB-4E8D-ACF7-360DCCD7DA3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Mehr Fahrrad fahren</a:t>
            </a:r>
          </a:p>
          <a:p>
            <a:r>
              <a:rPr lang="de-DE" dirty="0"/>
              <a:t>Richtig Recyclen</a:t>
            </a:r>
          </a:p>
          <a:p>
            <a:r>
              <a:rPr lang="de-DE" dirty="0"/>
              <a:t>Mehr glas weniger Plastik</a:t>
            </a:r>
          </a:p>
          <a:p>
            <a:r>
              <a:rPr lang="de-DE" dirty="0"/>
              <a:t>Mehr Bio</a:t>
            </a:r>
          </a:p>
          <a:p>
            <a:r>
              <a:rPr lang="de-DE" dirty="0"/>
              <a:t>Weniger Fleisch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949A4E3-0BBE-42D8-B724-401712DA7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Kofler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427E1CC5-A645-4C1A-B5E4-2A96A87041E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Mehr zu Fuß gehen</a:t>
            </a:r>
          </a:p>
          <a:p>
            <a:r>
              <a:rPr lang="de-DE" dirty="0"/>
              <a:t>Weniger Plastik verwenden</a:t>
            </a:r>
          </a:p>
          <a:p>
            <a:r>
              <a:rPr lang="de-DE" dirty="0"/>
              <a:t>Weniger Fleisch</a:t>
            </a:r>
          </a:p>
          <a:p>
            <a:r>
              <a:rPr lang="de-DE" dirty="0"/>
              <a:t>Weniger Sachen Online bestellen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219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D16DE1-A9CF-49BE-B0C9-85BA8D53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Botschaft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EFB087-C8A6-4108-A43E-76400B5D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de-DE" dirty="0"/>
              <a:t>Mehr Recyclen</a:t>
            </a:r>
          </a:p>
          <a:p>
            <a:r>
              <a:rPr lang="de-DE" dirty="0"/>
              <a:t>Weniger Fleisch essen</a:t>
            </a:r>
          </a:p>
          <a:p>
            <a:r>
              <a:rPr lang="de-DE" dirty="0"/>
              <a:t>Zusammenarbeit kann vieles bewegen</a:t>
            </a:r>
          </a:p>
          <a:p>
            <a:r>
              <a:rPr lang="de-DE" dirty="0"/>
              <a:t>Alleine ist man in der Politik machtlos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8968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9377E-4A9F-48CF-9D5C-0732F8F4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  <a:effectLst>
            <a:outerShdw blurRad="25400" dir="17880000">
              <a:srgbClr val="000000">
                <a:alpha val="46000"/>
              </a:srgbClr>
            </a:outerShdw>
            <a:reflection blurRad="6350" stA="50000" endA="300" endPos="55500" dist="101600" dir="5400000" sy="-100000" algn="bl" rotWithShape="0"/>
          </a:effectLst>
          <a:scene3d>
            <a:camera prst="obliqueBottomRight"/>
            <a:lightRig rig="threePt" dir="t"/>
          </a:scene3d>
          <a:sp3d>
            <a:bevelT w="139700" h="139700" prst="divot"/>
          </a:sp3d>
        </p:spPr>
        <p:txBody>
          <a:bodyPr>
            <a:normAutofit fontScale="90000"/>
          </a:bodyPr>
          <a:lstStyle/>
          <a:p>
            <a:r>
              <a:rPr lang="de-DE" sz="6000" dirty="0"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Danke für Ihre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26531942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iefer">
  <a:themeElements>
    <a:clrScheme name="Schiefer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chiefer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iefer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Schiefer</Template>
  <TotalTime>0</TotalTime>
  <Words>181</Words>
  <Application>Microsoft Office PowerPoint</Application>
  <PresentationFormat>Breitbild</PresentationFormat>
  <Paragraphs>54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Calisto MT</vt:lpstr>
      <vt:lpstr>Trebuchet MS</vt:lpstr>
      <vt:lpstr>Wingdings 2</vt:lpstr>
      <vt:lpstr>Schiefer</vt:lpstr>
      <vt:lpstr>Weltklimatag</vt:lpstr>
      <vt:lpstr>Sinn und Zweck</vt:lpstr>
      <vt:lpstr>Insgesamte Rollen</vt:lpstr>
      <vt:lpstr>Unsere Rollen</vt:lpstr>
      <vt:lpstr>Unser Beitrag?</vt:lpstr>
      <vt:lpstr>Botschaft</vt:lpstr>
      <vt:lpstr>Danke für Ihre Aufmerksamkeit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Weltklimatag</dc:title>
  <dc:creator>Istvan Fazekas</dc:creator>
  <cp:lastModifiedBy>Istvan Fazekas</cp:lastModifiedBy>
  <cp:revision>70</cp:revision>
  <dcterms:created xsi:type="dcterms:W3CDTF">2023-11-03T10:35:43Z</dcterms:created>
  <dcterms:modified xsi:type="dcterms:W3CDTF">2023-11-03T11:42:13Z</dcterms:modified>
</cp:coreProperties>
</file>