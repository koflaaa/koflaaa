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3836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9964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1047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8225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754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8841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9572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2753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728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08109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34998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6601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7993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08905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3369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1786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7090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94FDCD9-A3D3-4200-AE73-8F1E91C56399}" type="datetimeFigureOut">
              <a:rPr lang="de-AT" smtClean="0"/>
              <a:t>20.04.2023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8DC423-6B77-46E6-B145-D193077261E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61626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DCB4C-8980-47E8-BA14-EFC9F4335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Netzwerktechnik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5767BF-B7D7-4509-993E-A3062B3F07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Taylor Kofler</a:t>
            </a:r>
          </a:p>
        </p:txBody>
      </p:sp>
    </p:spTree>
    <p:extLst>
      <p:ext uri="{BB962C8B-B14F-4D97-AF65-F5344CB8AC3E}">
        <p14:creationId xmlns:p14="http://schemas.microsoft.com/office/powerpoint/2010/main" val="1411736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ACF6C-4616-433B-B9C5-848A1E0D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Inhaltsangabe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1EA628-1492-4B24-B0E5-63AC1A951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AT" dirty="0"/>
              <a:t>Welche Arten von Netzwerktechnik gibt es?</a:t>
            </a:r>
          </a:p>
          <a:p>
            <a:r>
              <a:rPr lang="de-AT" dirty="0"/>
              <a:t>Was wäre das beste für das IT-L@B?</a:t>
            </a:r>
          </a:p>
          <a:p>
            <a:r>
              <a:rPr lang="de-AT" dirty="0"/>
              <a:t>Hardwareanforderungen</a:t>
            </a:r>
          </a:p>
        </p:txBody>
      </p:sp>
    </p:spTree>
    <p:extLst>
      <p:ext uri="{BB962C8B-B14F-4D97-AF65-F5344CB8AC3E}">
        <p14:creationId xmlns:p14="http://schemas.microsoft.com/office/powerpoint/2010/main" val="4239792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D9FC3-F97F-464B-892E-A3EEC45EF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8550"/>
            <a:ext cx="10353762" cy="970450"/>
          </a:xfrm>
        </p:spPr>
        <p:txBody>
          <a:bodyPr/>
          <a:lstStyle/>
          <a:p>
            <a:r>
              <a:rPr lang="de-AT" dirty="0"/>
              <a:t>Verschiedene Netzwerktypen</a:t>
            </a:r>
          </a:p>
        </p:txBody>
      </p:sp>
    </p:spTree>
    <p:extLst>
      <p:ext uri="{BB962C8B-B14F-4D97-AF65-F5344CB8AC3E}">
        <p14:creationId xmlns:p14="http://schemas.microsoft.com/office/powerpoint/2010/main" val="1183650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C15B096-BD07-42CC-AC70-D56526B8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Verkabelte Netzwerke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4143EA-C82D-4012-B274-EDCF7CED9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8"/>
            <a:ext cx="5060497" cy="4515951"/>
          </a:xfrm>
        </p:spPr>
        <p:txBody>
          <a:bodyPr>
            <a:normAutofit/>
          </a:bodyPr>
          <a:lstStyle/>
          <a:p>
            <a:r>
              <a:rPr lang="de-AT" sz="1800" dirty="0"/>
              <a:t>Vorteile:</a:t>
            </a:r>
          </a:p>
          <a:p>
            <a:pPr lvl="1"/>
            <a:r>
              <a:rPr lang="de-DE" sz="1600" dirty="0">
                <a:effectLst/>
              </a:rPr>
              <a:t>Sind sicher und schnell, sind sicherer als Drahtlosnetzwerke, da sie vollständig abgeschlossen sind</a:t>
            </a:r>
          </a:p>
          <a:p>
            <a:pPr lvl="1"/>
            <a:r>
              <a:rPr lang="de-DE" sz="1600" dirty="0">
                <a:effectLst/>
              </a:rPr>
              <a:t>Sind nicht von Störungen durch Objekte oder Wände betroffen oder externer gewollter Störung</a:t>
            </a:r>
          </a:p>
          <a:p>
            <a:r>
              <a:rPr lang="de-DE" sz="1800" dirty="0">
                <a:effectLst/>
              </a:rPr>
              <a:t>Nachteile:</a:t>
            </a:r>
          </a:p>
          <a:p>
            <a:pPr lvl="1"/>
            <a:r>
              <a:rPr lang="de-DE" sz="1600" dirty="0">
                <a:effectLst/>
              </a:rPr>
              <a:t>Man müsste Ethernet-Kabel zwischen den einzelnen Geräten und einem Hub, Umschalter oder Router verlegen. Es kann zeitaufwändig und schwierig sein, falls sich Geräte in verschiedenen Räumen befinden</a:t>
            </a:r>
          </a:p>
          <a:p>
            <a:pPr lvl="1"/>
            <a:r>
              <a:rPr lang="de-DE" sz="1600" dirty="0">
                <a:effectLst/>
              </a:rPr>
              <a:t>Die Hardware ist teurer</a:t>
            </a:r>
          </a:p>
          <a:p>
            <a:endParaRPr lang="de-DE" sz="1600" dirty="0">
              <a:effectLst/>
            </a:endParaRPr>
          </a:p>
          <a:p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A4102E-5F85-4D63-8FAD-1CD388102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r>
              <a:rPr lang="de-AT" sz="1800" dirty="0"/>
              <a:t>Hardwareanforderungen:</a:t>
            </a:r>
          </a:p>
          <a:p>
            <a:pPr lvl="1"/>
            <a:r>
              <a:rPr lang="de-AT" sz="1600" dirty="0"/>
              <a:t>Ethernet-Netzwerkkabel</a:t>
            </a:r>
          </a:p>
          <a:p>
            <a:pPr lvl="1"/>
            <a:r>
              <a:rPr lang="de-AT" sz="1600" dirty="0"/>
              <a:t>Ethernet-Hub oder Umschalter</a:t>
            </a:r>
          </a:p>
          <a:p>
            <a:pPr lvl="1"/>
            <a:r>
              <a:rPr lang="de-AT" sz="1600" dirty="0"/>
              <a:t>Ethernet-Router (erforderlich bei mehr als zwei)</a:t>
            </a:r>
          </a:p>
          <a:p>
            <a:pPr lvl="1"/>
            <a:r>
              <a:rPr lang="de-AT" sz="1600"/>
              <a:t>Ethernet-Kabel</a:t>
            </a:r>
            <a:endParaRPr lang="de-AT" sz="1600" dirty="0"/>
          </a:p>
        </p:txBody>
      </p:sp>
    </p:spTree>
    <p:extLst>
      <p:ext uri="{BB962C8B-B14F-4D97-AF65-F5344CB8AC3E}">
        <p14:creationId xmlns:p14="http://schemas.microsoft.com/office/powerpoint/2010/main" val="2483300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FAEDF-BCAC-4D8D-9AFB-329785941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Drahtlosnetzwerke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77ED07-B34E-44BA-8A6E-08C4523E91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de-AT" sz="1800" dirty="0"/>
              <a:t>Vorteile</a:t>
            </a:r>
          </a:p>
          <a:p>
            <a:pPr lvl="1"/>
            <a:r>
              <a:rPr lang="de-AT" sz="1600" dirty="0">
                <a:effectLst/>
              </a:rPr>
              <a:t>Angeschlossene Geräte </a:t>
            </a:r>
            <a:r>
              <a:rPr lang="de-DE" sz="1600" dirty="0">
                <a:effectLst/>
              </a:rPr>
              <a:t>können problemlos bewegt werden, da es keine Kabel gibt</a:t>
            </a:r>
          </a:p>
          <a:p>
            <a:pPr lvl="1"/>
            <a:r>
              <a:rPr lang="de-DE" sz="1600" dirty="0">
                <a:effectLst/>
              </a:rPr>
              <a:t>Die Installation von Drahtlosnetzwerken ist günstiger als die von kabelgebundenen Netzwerken</a:t>
            </a:r>
          </a:p>
          <a:p>
            <a:r>
              <a:rPr lang="de-DE" sz="1800" dirty="0">
                <a:effectLst/>
              </a:rPr>
              <a:t>Nachteile</a:t>
            </a:r>
          </a:p>
          <a:p>
            <a:pPr lvl="1"/>
            <a:r>
              <a:rPr lang="de-DE" sz="1600" dirty="0">
                <a:effectLst/>
              </a:rPr>
              <a:t>Drahtlostechnologie ist oft langsamer als Technologien für verkabelte Netzwerke</a:t>
            </a:r>
          </a:p>
          <a:p>
            <a:pPr lvl="1"/>
            <a:r>
              <a:rPr lang="de-DE" sz="1600" dirty="0">
                <a:effectLst/>
              </a:rPr>
              <a:t>Drahtlostechnologie kann durch Wände, große metallische Objekte und Rohre gestört werden.</a:t>
            </a:r>
          </a:p>
          <a:p>
            <a:pPr lvl="1"/>
            <a:r>
              <a:rPr lang="de-DE" sz="1600" dirty="0">
                <a:effectLst/>
              </a:rPr>
              <a:t>Häufig sind Drahtlosnetzwerke nur halb so schnell wie ihre Nenngeschwindigkeit</a:t>
            </a:r>
          </a:p>
          <a:p>
            <a:endParaRPr lang="de-DE" sz="1600" dirty="0">
              <a:effectLst/>
            </a:endParaRPr>
          </a:p>
          <a:p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49BCAA-A853-4F22-9AB1-618ABE4FD7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lnSpcReduction="10000"/>
          </a:bodyPr>
          <a:lstStyle/>
          <a:p>
            <a:r>
              <a:rPr lang="de-AT" dirty="0"/>
              <a:t>Hardwareanforderungen:</a:t>
            </a:r>
          </a:p>
          <a:p>
            <a:pPr lvl="1"/>
            <a:r>
              <a:rPr lang="de-AT" dirty="0"/>
              <a:t>Drahtlosnetzwerkadapter</a:t>
            </a:r>
          </a:p>
          <a:p>
            <a:pPr lvl="1"/>
            <a:r>
              <a:rPr lang="de-AT" dirty="0"/>
              <a:t>Drahtlosrouter (mind. 1)</a:t>
            </a:r>
          </a:p>
        </p:txBody>
      </p:sp>
    </p:spTree>
    <p:extLst>
      <p:ext uri="{BB962C8B-B14F-4D97-AF65-F5344CB8AC3E}">
        <p14:creationId xmlns:p14="http://schemas.microsoft.com/office/powerpoint/2010/main" val="384211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399AC-C43F-4A78-A411-4E07CB05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de-AT" dirty="0"/>
              <a:t>Hybridnetzwerke</a:t>
            </a:r>
            <a:br>
              <a:rPr lang="de-AT" dirty="0"/>
            </a:br>
            <a:r>
              <a:rPr lang="de-AT" sz="2200" dirty="0"/>
              <a:t>eine Kombination aus Drahtlosem und Verkabeltem Netzwerk</a:t>
            </a:r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E79FAF1-7CF4-4322-9762-2BB3D1F2D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80050"/>
            <a:ext cx="10353762" cy="4058751"/>
          </a:xfrm>
        </p:spPr>
        <p:txBody>
          <a:bodyPr anchor="ctr">
            <a:normAutofit/>
          </a:bodyPr>
          <a:lstStyle/>
          <a:p>
            <a:r>
              <a:rPr lang="de-AT" sz="1800" dirty="0"/>
              <a:t>Bietet sowohl Drahtlos als auch Kabelnetzwerk an </a:t>
            </a:r>
          </a:p>
          <a:p>
            <a:r>
              <a:rPr lang="de-AT" sz="1800" dirty="0"/>
              <a:t>Schnelles Internet über beide Seiten</a:t>
            </a:r>
          </a:p>
          <a:p>
            <a:r>
              <a:rPr lang="de-AT" sz="1800" dirty="0"/>
              <a:t>Ausbaufähig bzw. Hybridrouter kann mit Cat-5 oder Cat-6 Kabeln verstärkt werden</a:t>
            </a:r>
          </a:p>
          <a:p>
            <a:endParaRPr lang="de-AT" sz="2400" dirty="0"/>
          </a:p>
          <a:p>
            <a:r>
              <a:rPr lang="de-AT" dirty="0"/>
              <a:t>Hardwareanforderungen:</a:t>
            </a:r>
          </a:p>
          <a:p>
            <a:pPr lvl="1"/>
            <a:r>
              <a:rPr lang="de-AT" dirty="0"/>
              <a:t>Netzwerkadapter</a:t>
            </a:r>
          </a:p>
          <a:p>
            <a:pPr lvl="1"/>
            <a:r>
              <a:rPr lang="de-AT" dirty="0"/>
              <a:t>Hybridrouter (Wenn es mehr als vier Geräte gibt füge einen hinzu)</a:t>
            </a:r>
          </a:p>
          <a:p>
            <a:pPr lvl="1"/>
            <a:r>
              <a:rPr lang="de-AT" dirty="0"/>
              <a:t>Ethernet-Kabel</a:t>
            </a:r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949204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44C35-208E-4E06-8603-5D29BB34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de-AT" dirty="0"/>
              <a:t>Welches wäre für das IT-L@B am besten?</a:t>
            </a:r>
          </a:p>
        </p:txBody>
      </p:sp>
    </p:spTree>
    <p:extLst>
      <p:ext uri="{BB962C8B-B14F-4D97-AF65-F5344CB8AC3E}">
        <p14:creationId xmlns:p14="http://schemas.microsoft.com/office/powerpoint/2010/main" val="41927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362A1-169F-4C10-BB1F-E544553E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Hybridnetzwerk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969457-A2EF-4E08-A46A-A2DD87DD0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8"/>
            <a:ext cx="5060497" cy="4515951"/>
          </a:xfrm>
        </p:spPr>
        <p:txBody>
          <a:bodyPr>
            <a:normAutofit fontScale="92500"/>
          </a:bodyPr>
          <a:lstStyle/>
          <a:p>
            <a:r>
              <a:rPr lang="de-AT" sz="1800" dirty="0"/>
              <a:t>Vorteile</a:t>
            </a:r>
          </a:p>
          <a:p>
            <a:pPr lvl="1"/>
            <a:r>
              <a:rPr lang="de-AT" sz="1600" dirty="0"/>
              <a:t>Drahtlos Internet würde sich für Laptops oder Handys eignen</a:t>
            </a:r>
          </a:p>
          <a:p>
            <a:pPr lvl="1"/>
            <a:r>
              <a:rPr lang="de-AT" sz="1600" dirty="0"/>
              <a:t>Es bietet eine höhere Netzwerksicherheit</a:t>
            </a:r>
          </a:p>
          <a:p>
            <a:pPr lvl="1"/>
            <a:r>
              <a:rPr lang="de-AT" sz="1600" dirty="0"/>
              <a:t>Falls eine Verbindung ausfällt kann man eine andere verwenden und verringert so die Ausfallzeit</a:t>
            </a:r>
          </a:p>
          <a:p>
            <a:pPr lvl="1"/>
            <a:r>
              <a:rPr lang="de-AT" sz="1600" dirty="0"/>
              <a:t>Verringert die Latenzzeit da automatisch die schnellste Verbindung verwendet wird</a:t>
            </a:r>
          </a:p>
          <a:p>
            <a:r>
              <a:rPr lang="de-AT" sz="1800" dirty="0"/>
              <a:t>Nachteile</a:t>
            </a:r>
          </a:p>
          <a:p>
            <a:pPr lvl="1"/>
            <a:r>
              <a:rPr lang="de-AT" sz="1600" dirty="0"/>
              <a:t>Könnte teuer werden</a:t>
            </a:r>
          </a:p>
          <a:p>
            <a:pPr lvl="1"/>
            <a:r>
              <a:rPr lang="de-AT" sz="1600" dirty="0"/>
              <a:t>Erfordert möglicherweise mehr Fachwissen für die Verwaltung des Netzes</a:t>
            </a:r>
          </a:p>
          <a:p>
            <a:pPr lvl="1"/>
            <a:r>
              <a:rPr lang="de-AT" sz="1600" dirty="0"/>
              <a:t>Könnte Komplexität aufgrund der Vernetzung zwischen den Geräten bieten</a:t>
            </a:r>
          </a:p>
          <a:p>
            <a:endParaRPr lang="de-AT" sz="16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3369FE-9C3D-48FC-B198-8049804A67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92500"/>
          </a:bodyPr>
          <a:lstStyle/>
          <a:p>
            <a:r>
              <a:rPr lang="de-AT" dirty="0"/>
              <a:t>Hardwareanforderung:</a:t>
            </a:r>
          </a:p>
          <a:p>
            <a:pPr lvl="1"/>
            <a:r>
              <a:rPr lang="de-AT" dirty="0"/>
              <a:t>Netzwerkadapter</a:t>
            </a:r>
          </a:p>
          <a:p>
            <a:pPr lvl="1"/>
            <a:r>
              <a:rPr lang="de-AT" dirty="0"/>
              <a:t>Hybridrouter</a:t>
            </a:r>
          </a:p>
          <a:p>
            <a:pPr lvl="1"/>
            <a:r>
              <a:rPr lang="de-AT" dirty="0"/>
              <a:t>Ethernet-Kabel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02565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B82610-D14D-4F96-8106-EAC5E508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Quelltext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8018FF-E569-46B7-89FB-29C0972DF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https://learn.microsoft.com/de-de/troubleshoot/windows-client/networking/set-up-your-small-business-network</a:t>
            </a:r>
          </a:p>
        </p:txBody>
      </p:sp>
    </p:spTree>
    <p:extLst>
      <p:ext uri="{BB962C8B-B14F-4D97-AF65-F5344CB8AC3E}">
        <p14:creationId xmlns:p14="http://schemas.microsoft.com/office/powerpoint/2010/main" val="1982220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6200C-4DBB-45A0-99E6-C6A029D7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8550"/>
            <a:ext cx="10353762" cy="970450"/>
          </a:xfrm>
        </p:spPr>
        <p:txBody>
          <a:bodyPr/>
          <a:lstStyle/>
          <a:p>
            <a:r>
              <a:rPr lang="de-AT" dirty="0"/>
              <a:t>Vielen Dank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1292494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325</Words>
  <Application>Microsoft Office PowerPoint</Application>
  <PresentationFormat>Breitbild</PresentationFormat>
  <Paragraphs>57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Calisto MT</vt:lpstr>
      <vt:lpstr>Trebuchet MS</vt:lpstr>
      <vt:lpstr>Wingdings 2</vt:lpstr>
      <vt:lpstr>Schiefer</vt:lpstr>
      <vt:lpstr>Netzwerktechnik</vt:lpstr>
      <vt:lpstr>Inhaltsangabe</vt:lpstr>
      <vt:lpstr>Verschiedene Netzwerktypen</vt:lpstr>
      <vt:lpstr>Verkabelte Netzwerke</vt:lpstr>
      <vt:lpstr>Drahtlosnetzwerke</vt:lpstr>
      <vt:lpstr>Hybridnetzwerke eine Kombination aus Drahtlosem und Verkabeltem Netzwerk</vt:lpstr>
      <vt:lpstr>Welches wäre für das IT-L@B am besten?</vt:lpstr>
      <vt:lpstr>Hybridnetzwerk</vt:lpstr>
      <vt:lpstr>Quelltext</vt:lpstr>
      <vt:lpstr>Vielen Dank für Ihre Aufmerksamkeit!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Netzwerktechnik</dc:title>
  <dc:creator>Ivica</dc:creator>
  <cp:lastModifiedBy>Ivica </cp:lastModifiedBy>
  <cp:revision>76</cp:revision>
  <dcterms:created xsi:type="dcterms:W3CDTF">2023-04-20T06:09:57Z</dcterms:created>
  <dcterms:modified xsi:type="dcterms:W3CDTF">2023-04-20T08:43:32Z</dcterms:modified>
</cp:coreProperties>
</file>