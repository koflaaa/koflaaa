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C6511-87D2-47C6-9CDD-4561A1155931}" type="datetimeFigureOut">
              <a:rPr lang="de-AT" smtClean="0"/>
              <a:t>21.04.2023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E54EF-9361-44A9-9B3A-E42608E6033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172045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C6511-87D2-47C6-9CDD-4561A1155931}" type="datetimeFigureOut">
              <a:rPr lang="de-AT" smtClean="0"/>
              <a:t>21.04.2023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E54EF-9361-44A9-9B3A-E42608E6033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7747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C6511-87D2-47C6-9CDD-4561A1155931}" type="datetimeFigureOut">
              <a:rPr lang="de-AT" smtClean="0"/>
              <a:t>21.04.2023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E54EF-9361-44A9-9B3A-E42608E6033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685906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C6511-87D2-47C6-9CDD-4561A1155931}" type="datetimeFigureOut">
              <a:rPr lang="de-AT" smtClean="0"/>
              <a:t>21.04.2023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E54EF-9361-44A9-9B3A-E42608E6033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428414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C6511-87D2-47C6-9CDD-4561A1155931}" type="datetimeFigureOut">
              <a:rPr lang="de-AT" smtClean="0"/>
              <a:t>21.04.2023</a:t>
            </a:fld>
            <a:endParaRPr lang="de-A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E54EF-9361-44A9-9B3A-E42608E6033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59411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C6511-87D2-47C6-9CDD-4561A1155931}" type="datetimeFigureOut">
              <a:rPr lang="de-AT" smtClean="0"/>
              <a:t>21.04.2023</a:t>
            </a:fld>
            <a:endParaRPr lang="de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E54EF-9361-44A9-9B3A-E42608E6033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36303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C6511-87D2-47C6-9CDD-4561A1155931}" type="datetimeFigureOut">
              <a:rPr lang="de-AT" smtClean="0"/>
              <a:t>21.04.2023</a:t>
            </a:fld>
            <a:endParaRPr lang="de-A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E54EF-9361-44A9-9B3A-E42608E6033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48484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C6511-87D2-47C6-9CDD-4561A1155931}" type="datetimeFigureOut">
              <a:rPr lang="de-AT" smtClean="0"/>
              <a:t>21.04.2023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E54EF-9361-44A9-9B3A-E42608E6033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482388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C6511-87D2-47C6-9CDD-4561A1155931}" type="datetimeFigureOut">
              <a:rPr lang="de-AT" smtClean="0"/>
              <a:t>21.04.2023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E54EF-9361-44A9-9B3A-E42608E6033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64472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C6511-87D2-47C6-9CDD-4561A1155931}" type="datetimeFigureOut">
              <a:rPr lang="de-AT" smtClean="0"/>
              <a:t>21.04.2023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E54EF-9361-44A9-9B3A-E42608E6033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96932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C6511-87D2-47C6-9CDD-4561A1155931}" type="datetimeFigureOut">
              <a:rPr lang="de-AT" smtClean="0"/>
              <a:t>21.04.2023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E54EF-9361-44A9-9B3A-E42608E6033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1171813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C6511-87D2-47C6-9CDD-4561A1155931}" type="datetimeFigureOut">
              <a:rPr lang="de-AT" smtClean="0"/>
              <a:t>21.04.2023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E54EF-9361-44A9-9B3A-E42608E6033C}" type="slidenum">
              <a:rPr lang="de-AT" smtClean="0"/>
              <a:t>‹Nr.›</a:t>
            </a:fld>
            <a:endParaRPr lang="de-AT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43533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C6511-87D2-47C6-9CDD-4561A1155931}" type="datetimeFigureOut">
              <a:rPr lang="de-AT" smtClean="0"/>
              <a:t>21.04.2023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E54EF-9361-44A9-9B3A-E42608E6033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5468687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C6511-87D2-47C6-9CDD-4561A1155931}" type="datetimeFigureOut">
              <a:rPr lang="de-AT" smtClean="0"/>
              <a:t>21.04.2023</a:t>
            </a:fld>
            <a:endParaRPr lang="de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E54EF-9361-44A9-9B3A-E42608E6033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565969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C6511-87D2-47C6-9CDD-4561A1155931}" type="datetimeFigureOut">
              <a:rPr lang="de-AT" smtClean="0"/>
              <a:t>21.04.2023</a:t>
            </a:fld>
            <a:endParaRPr lang="de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E54EF-9361-44A9-9B3A-E42608E6033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4647117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C6511-87D2-47C6-9CDD-4561A1155931}" type="datetimeFigureOut">
              <a:rPr lang="de-AT" smtClean="0"/>
              <a:t>21.04.2023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E54EF-9361-44A9-9B3A-E42608E6033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1506763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C6511-87D2-47C6-9CDD-4561A1155931}" type="datetimeFigureOut">
              <a:rPr lang="de-AT" smtClean="0"/>
              <a:t>21.04.2023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E54EF-9361-44A9-9B3A-E42608E6033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086075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7E3C6511-87D2-47C6-9CDD-4561A1155931}" type="datetimeFigureOut">
              <a:rPr lang="de-AT" smtClean="0"/>
              <a:t>21.04.2023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82E54EF-9361-44A9-9B3A-E42608E6033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4904476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tnovo.net/2018/08/in-arrivo-swipe-laterali-su-youtube.html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zh.wikipedia.org/wiki/File:Wikipedia_svg_logo.svg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472122-92AA-40C9-B890-0BE441BF36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 dirty="0"/>
              <a:t>Begriffe und Dienste im Web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C6BDF8A-EFED-4820-B5E4-B093CC1CA6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AT" dirty="0"/>
              <a:t>Taylor Kofler</a:t>
            </a:r>
          </a:p>
        </p:txBody>
      </p:sp>
    </p:spTree>
    <p:extLst>
      <p:ext uri="{BB962C8B-B14F-4D97-AF65-F5344CB8AC3E}">
        <p14:creationId xmlns:p14="http://schemas.microsoft.com/office/powerpoint/2010/main" val="3291223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277E19-D9FD-43BC-8753-F0A982B46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Inhaltsangabe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1133CBF-E97C-4300-81B0-FE00FCE99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/>
              <a:t>NAT</a:t>
            </a:r>
          </a:p>
          <a:p>
            <a:r>
              <a:rPr lang="de-AT" dirty="0"/>
              <a:t>Domain</a:t>
            </a:r>
          </a:p>
          <a:p>
            <a:r>
              <a:rPr lang="de-AT" dirty="0"/>
              <a:t>YouTube</a:t>
            </a:r>
          </a:p>
          <a:p>
            <a:r>
              <a:rPr lang="de-AT" dirty="0"/>
              <a:t>Wikipedia</a:t>
            </a:r>
          </a:p>
        </p:txBody>
      </p:sp>
    </p:spTree>
    <p:extLst>
      <p:ext uri="{BB962C8B-B14F-4D97-AF65-F5344CB8AC3E}">
        <p14:creationId xmlns:p14="http://schemas.microsoft.com/office/powerpoint/2010/main" val="3242983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1BC6CE-9090-4496-92F3-6C5DAACA4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NAT (</a:t>
            </a:r>
            <a:r>
              <a:rPr lang="en-US" dirty="0"/>
              <a:t>Network Address Translation</a:t>
            </a:r>
            <a:r>
              <a:rPr lang="de-AT" dirty="0"/>
              <a:t>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5838F69-E909-483D-9AE0-ADF2ED8F1CF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t"/>
          <a:lstStyle/>
          <a:p>
            <a:r>
              <a:rPr lang="de-AT" dirty="0"/>
              <a:t>Source-NAT(Quellen-NAT):</a:t>
            </a:r>
          </a:p>
          <a:p>
            <a:pPr lvl="1"/>
            <a:r>
              <a:rPr lang="de-AT" dirty="0"/>
              <a:t>Umschreibt die IP-Adresse der verbindenden Geräte</a:t>
            </a:r>
          </a:p>
          <a:p>
            <a:r>
              <a:rPr lang="de-AT" dirty="0"/>
              <a:t>Destination-NAT (Ziel-NAT):</a:t>
            </a:r>
          </a:p>
          <a:p>
            <a:pPr lvl="1"/>
            <a:r>
              <a:rPr lang="de-AT" dirty="0"/>
              <a:t>Umschreibt die IP-Adresse des Ziel Gerätes</a:t>
            </a:r>
          </a:p>
          <a:p>
            <a:pPr marL="450000" lvl="1" indent="0">
              <a:buNone/>
            </a:pPr>
            <a:endParaRPr lang="de-AT" dirty="0"/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5C9770EB-AB98-4F37-BA19-ABDC7AB35C8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0676" y="2408855"/>
            <a:ext cx="5740216" cy="2040289"/>
          </a:xfrm>
        </p:spPr>
      </p:pic>
    </p:spTree>
    <p:extLst>
      <p:ext uri="{BB962C8B-B14F-4D97-AF65-F5344CB8AC3E}">
        <p14:creationId xmlns:p14="http://schemas.microsoft.com/office/powerpoint/2010/main" val="3005340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8B3143-214C-4562-B339-22731119C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Domain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75E54E0-03FB-4B9F-A7B7-6B736030A24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de-AT" dirty="0"/>
              <a:t>Top-Level-Domain:</a:t>
            </a:r>
          </a:p>
          <a:p>
            <a:pPr lvl="1"/>
            <a:r>
              <a:rPr lang="de-AT" dirty="0"/>
              <a:t>z.B. .</a:t>
            </a:r>
            <a:r>
              <a:rPr lang="de-AT" dirty="0" err="1"/>
              <a:t>com</a:t>
            </a:r>
            <a:endParaRPr lang="de-AT" dirty="0"/>
          </a:p>
          <a:p>
            <a:r>
              <a:rPr lang="de-AT" dirty="0"/>
              <a:t>Second-Level-Domain:</a:t>
            </a:r>
          </a:p>
          <a:p>
            <a:pPr lvl="1"/>
            <a:r>
              <a:rPr lang="de-AT" dirty="0"/>
              <a:t>z.B. example.com</a:t>
            </a:r>
          </a:p>
          <a:p>
            <a:pPr lvl="1"/>
            <a:r>
              <a:rPr lang="en-US" dirty="0"/>
              <a:t>example</a:t>
            </a:r>
            <a:r>
              <a:rPr lang="de-AT" dirty="0"/>
              <a:t> wäre die SLD</a:t>
            </a:r>
          </a:p>
          <a:p>
            <a:r>
              <a:rPr lang="en-US" dirty="0"/>
              <a:t>Third</a:t>
            </a:r>
            <a:r>
              <a:rPr lang="de-AT" dirty="0"/>
              <a:t>-Level-Domain:</a:t>
            </a:r>
          </a:p>
          <a:p>
            <a:pPr lvl="1"/>
            <a:r>
              <a:rPr lang="de-AT" dirty="0"/>
              <a:t>Wäre z.B. </a:t>
            </a:r>
            <a:r>
              <a:rPr lang="de-AT" dirty="0" err="1"/>
              <a:t>www</a:t>
            </a:r>
            <a:endParaRPr lang="de-AT" dirty="0"/>
          </a:p>
        </p:txBody>
      </p:sp>
      <p:pic>
        <p:nvPicPr>
          <p:cNvPr id="11" name="Inhaltsplatzhalter 10">
            <a:extLst>
              <a:ext uri="{FF2B5EF4-FFF2-40B4-BE49-F238E27FC236}">
                <a16:creationId xmlns:a16="http://schemas.microsoft.com/office/drawing/2014/main" id="{D293D9BE-5BE5-4176-805B-03883B1ACBB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7555" y="2364813"/>
            <a:ext cx="4648814" cy="2128373"/>
          </a:xfrm>
        </p:spPr>
      </p:pic>
    </p:spTree>
    <p:extLst>
      <p:ext uri="{BB962C8B-B14F-4D97-AF65-F5344CB8AC3E}">
        <p14:creationId xmlns:p14="http://schemas.microsoft.com/office/powerpoint/2010/main" val="1798054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8C7484-9534-4894-886C-AC2EB541A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sz="3600" dirty="0"/>
              <a:t>YouTube (YouTube, LLC)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F5AAFCC-2658-42D9-A93F-311880507D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r>
              <a:rPr lang="de-DE" dirty="0"/>
              <a:t>Was ist YouTube?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D3605C3A-C62C-4484-A7FF-717A92DADAC6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1713770"/>
          </a:xfrm>
        </p:spPr>
        <p:txBody>
          <a:bodyPr/>
          <a:lstStyle/>
          <a:p>
            <a:pPr algn="l"/>
            <a:r>
              <a:rPr lang="de-DE" sz="1600" dirty="0"/>
              <a:t>YouTube ist ein Video-Sharing-Webdienst, bei dem Benutzer Videos hochladen, ansehen, kommentieren und teilen können.</a:t>
            </a:r>
          </a:p>
          <a:p>
            <a:endParaRPr lang="de-AT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6421E13-5F7A-42A8-8CB8-5F09678E03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685800"/>
          </a:xfrm>
        </p:spPr>
        <p:txBody>
          <a:bodyPr anchor="ctr"/>
          <a:lstStyle/>
          <a:p>
            <a:r>
              <a:rPr lang="de-AT" sz="2000" dirty="0"/>
              <a:t>Welches Protokollwird benutzt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0528065-BECB-48FC-809A-1165916471C2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4392077" y="2462212"/>
            <a:ext cx="3300984" cy="1713770"/>
          </a:xfrm>
        </p:spPr>
        <p:txBody>
          <a:bodyPr/>
          <a:lstStyle/>
          <a:p>
            <a:pPr algn="l"/>
            <a:r>
              <a:rPr lang="de-AT" sz="1600" dirty="0"/>
              <a:t>YouTube verwendet RTMP (Real Time Message Protocol). RTMP übergibt codierte Daten an </a:t>
            </a:r>
            <a:r>
              <a:rPr lang="de-AT" sz="1600"/>
              <a:t>einen Server und HTTPS.</a:t>
            </a:r>
            <a:endParaRPr lang="de-AT" sz="1600" dirty="0"/>
          </a:p>
          <a:p>
            <a:endParaRPr lang="de-AT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B0B7EA0-121F-4FB6-80FE-38A0139C15F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de-AT" dirty="0"/>
              <a:t>Wer kann </a:t>
            </a:r>
            <a:r>
              <a:rPr lang="de-AT" dirty="0" err="1"/>
              <a:t>Youtube</a:t>
            </a:r>
            <a:r>
              <a:rPr lang="de-AT" dirty="0"/>
              <a:t> benutzen?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3EF0808A-6AF0-4B20-AB2D-A2DE0C222DEF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1604232"/>
          </a:xfrm>
        </p:spPr>
        <p:txBody>
          <a:bodyPr>
            <a:normAutofit/>
          </a:bodyPr>
          <a:lstStyle/>
          <a:p>
            <a:r>
              <a:rPr lang="de-AT" sz="1600" dirty="0"/>
              <a:t>Prinzipiell kann jeder mit Internetzugang YouTube benutzen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6172AF56-916B-4096-8EC1-0765A33A5C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91706" y="293973"/>
            <a:ext cx="2760452" cy="13802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569010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861E11-65D5-4901-BCF3-FAC280CB7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dirty="0">
                <a:latin typeface="+mn-lt"/>
                <a:ea typeface="+mn-ea"/>
                <a:cs typeface="+mn-cs"/>
              </a:rPr>
              <a:t>Wikipedia</a:t>
            </a:r>
            <a:endParaRPr lang="de-AT" sz="4800" dirty="0">
              <a:latin typeface="+mn-lt"/>
              <a:ea typeface="+mn-ea"/>
              <a:cs typeface="+mn-cs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EA1EDFD-0860-4357-BF2E-B55A800FEF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r>
              <a:rPr lang="de-AT" dirty="0">
                <a:solidFill>
                  <a:schemeClr val="tx2"/>
                </a:solidFill>
              </a:rPr>
              <a:t>Was ist Wikipedia?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FD0BE3CE-026B-4ABA-BE26-C9EF01C2A246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1517171"/>
          </a:xfrm>
        </p:spPr>
        <p:txBody>
          <a:bodyPr/>
          <a:lstStyle/>
          <a:p>
            <a:pPr algn="l"/>
            <a:r>
              <a:rPr lang="de-DE" sz="1600" dirty="0"/>
              <a:t>Wikipedia ist eine frei zugängliche Webdienst, auf der Benutzer Inhalte erstellen und bearbeiten können. </a:t>
            </a:r>
            <a:endParaRPr lang="de-AT" sz="1600" dirty="0"/>
          </a:p>
          <a:p>
            <a:endParaRPr lang="de-AT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CD401A3B-8AEC-4A8A-8BBE-90C850CCF0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ctr"/>
          <a:lstStyle/>
          <a:p>
            <a:r>
              <a:rPr lang="de-AT" sz="2000" dirty="0">
                <a:solidFill>
                  <a:schemeClr val="tx2"/>
                </a:solidFill>
              </a:rPr>
              <a:t>Welches Protokoll wird benutzt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507C612-F782-4AFA-8145-C1EFCB5B04B2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1517171"/>
          </a:xfrm>
        </p:spPr>
        <p:txBody>
          <a:bodyPr/>
          <a:lstStyle/>
          <a:p>
            <a:pPr algn="l"/>
            <a:r>
              <a:rPr lang="de-AT" sz="1600" dirty="0"/>
              <a:t>Wikipedia verwendet das HTTPS (Hypertext Transfer Protocol Secure)</a:t>
            </a:r>
          </a:p>
          <a:p>
            <a:endParaRPr lang="de-AT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A8C9E90-E6FF-456B-B72E-C3CF5B30CA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de-AT" sz="2000" dirty="0">
                <a:solidFill>
                  <a:schemeClr val="tx2"/>
                </a:solidFill>
              </a:rPr>
              <a:t>Wer kann Wikipedia benutzen?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9F5A4DF-8752-4FFF-B6E3-951D7DB38199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1517171"/>
          </a:xfrm>
        </p:spPr>
        <p:txBody>
          <a:bodyPr>
            <a:normAutofit/>
          </a:bodyPr>
          <a:lstStyle/>
          <a:p>
            <a:pPr algn="l"/>
            <a:r>
              <a:rPr lang="de-AT" sz="1600" dirty="0"/>
              <a:t>Grundsätzlich kann jeder kostenlos Wikipedia benutzen.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72F504E8-802E-4F87-A246-1FB59B22DB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420136" y="248720"/>
            <a:ext cx="1723844" cy="1723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5908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chiefer">
  <a:themeElements>
    <a:clrScheme name="Schiefer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chiefer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chiefer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Schiefer</Template>
  <TotalTime>0</TotalTime>
  <Words>178</Words>
  <Application>Microsoft Office PowerPoint</Application>
  <PresentationFormat>Breitbild</PresentationFormat>
  <Paragraphs>34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Calisto MT</vt:lpstr>
      <vt:lpstr>Trebuchet MS</vt:lpstr>
      <vt:lpstr>Wingdings 2</vt:lpstr>
      <vt:lpstr>Schiefer</vt:lpstr>
      <vt:lpstr>Begriffe und Dienste im Web</vt:lpstr>
      <vt:lpstr>Inhaltsangabe</vt:lpstr>
      <vt:lpstr>NAT (Network Address Translation)</vt:lpstr>
      <vt:lpstr>Domain</vt:lpstr>
      <vt:lpstr>YouTube (YouTube, LLC)</vt:lpstr>
      <vt:lpstr>Wikipedia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Begriffe und Dienste im Web</dc:title>
  <dc:creator>Ivica</dc:creator>
  <cp:lastModifiedBy>Ivica </cp:lastModifiedBy>
  <cp:revision>70</cp:revision>
  <dcterms:created xsi:type="dcterms:W3CDTF">2023-04-21T07:06:23Z</dcterms:created>
  <dcterms:modified xsi:type="dcterms:W3CDTF">2023-04-21T11:24:00Z</dcterms:modified>
</cp:coreProperties>
</file>