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9F87E-5FC0-424E-A367-3A065AA9A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2861DA-E637-460A-BDFF-113A776A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6234F4-5FDA-4D2E-A156-3E19FA9A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F15C67-1F65-47E9-A95E-7A4F3469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372DF-6A0E-4CDA-9B37-7163B116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01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76A52B-8A59-4BE5-A261-F4903ED3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21F0-0088-4F2C-B256-F4D58CD5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42C233-7E47-43B1-8B51-CA541742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AE9000-5FF5-452E-9265-74E3A41B6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ADADDE-2986-4A59-8453-FE9C97B2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60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3ED81-1E02-4E17-89CE-F7BD5552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1FFC79-2411-47C2-9065-5F803EADE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BB53C-3469-4001-8E5F-4F449DBE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8C8B1E-85DC-45CE-B81D-BBCD85CD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B478CF-E595-4436-AF78-EF0B628B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26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E7904-98EE-43EB-BF79-15756A4A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9C145D-9806-472B-BE9F-4FB6B8AD3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EF3C90-8CCB-47B9-AA08-07F9888B6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674B68-8D3B-4719-9177-5A02F8187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F0B592-0037-4186-84D1-F54359DC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2C18CE-6A47-4179-8A93-60C0E7E5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6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39231-EDE5-4E20-90D0-4078ECE2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62FE4-B73E-4489-8735-AB18475C7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3F20F1-B720-43E6-8FD6-4632561BC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E74DD7-C361-441E-B2F3-FF1C4F706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70AA51-98AF-4EC8-B4FD-1D94E8DED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98CBD3-35FD-4557-BF3D-AD6CC398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43C098-8FB0-4F60-9942-4184F93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F3F34B-A967-4541-9185-898210B6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8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51269F-6347-499E-A31A-8BF2EEEC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6E686C-11F4-42E2-9D7F-82CF6863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869698-E557-43E1-A3A7-15665FCB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287050-8DA5-4D31-9578-CAFE8FA5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527E68-B293-4478-B755-924D831C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4BE8A8-FC38-4C68-8C49-658A3478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BF47E1-546B-4061-A4EE-2F65FA10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68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35BAD-DDC6-4504-A4FD-03C21660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481622-5B00-459A-B523-E1498B04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88DDA0-A2D4-4082-B114-F422E025F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806BDD-89A4-4F74-BA7C-474F79C8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698065-1C97-4548-9FB9-EA9E7AFB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8F2A6E-F33A-4E58-A76A-5B5F8768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66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AECBA-F15A-4734-B7CE-F19A7DCD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2BC2A7-2865-47AB-94B0-9551C9E2C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E9F89F-7CF1-4679-8D1A-4A301B808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C69131-53B0-4E08-96B7-3AC8F746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46EFE5-0D06-42D1-955C-F61738B5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0B22EF-2EB5-4ED3-A084-6C6207FF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37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EE8B5-0DC3-4BF8-A22F-0ED9D6F2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6149B0-D746-490E-9FD9-BBE2E37C4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ABDFC-B336-482E-AF10-696DED3C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C053BA-93DA-4771-9248-12839894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DA720E-3C7C-491F-8DE0-A79D7A3B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31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5880AD4-D384-4D41-B1B9-492003A0A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B7EAD9-194F-470F-9F08-BA9A766A7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BF2058-4F03-48B4-9BC8-244B896A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4DE5BB-1554-437B-9B5E-E56B59E5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45FA8-8072-4724-BAF8-F7118D64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48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F6E9767-0926-49AC-AEAE-0BD1D937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3CB388-12C1-4615-B2C6-7FE277733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5004BD-A5A9-4606-AA42-50AB990F2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68CCC-640D-4EA9-980F-E415C7E757F9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54D446-A496-4FB6-A256-9998A8CA2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660E49-05E7-4FA8-8391-09B316DC9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CE99A-D184-4E3C-B511-617457DC65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9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0C224BE3-D696-4A30-B930-D3710610A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AT" sz="32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Präsentation zu 2 Themen des </a:t>
            </a:r>
            <a:r>
              <a:rPr lang="de-AT" sz="3200" i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Actionbounds</a:t>
            </a:r>
            <a:endParaRPr lang="en-US" sz="32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ctionbound | Create your own scavenger hunt for mobile devices – GPS  treasure hunt app – Tablet tour – Amazing Race App">
            <a:extLst>
              <a:ext uri="{FF2B5EF4-FFF2-40B4-BE49-F238E27FC236}">
                <a16:creationId xmlns:a16="http://schemas.microsoft.com/office/drawing/2014/main" id="{8CA6FE3C-A963-4C2F-958D-873AC4C84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39" y="1260061"/>
            <a:ext cx="6293211" cy="216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rufsförderungsinstitut – Wikipedia">
            <a:extLst>
              <a:ext uri="{FF2B5EF4-FFF2-40B4-BE49-F238E27FC236}">
                <a16:creationId xmlns:a16="http://schemas.microsoft.com/office/drawing/2014/main" id="{2F4EF3BF-8196-4BFF-B748-71AB86A9A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6" y="1677194"/>
            <a:ext cx="328612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796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34821C-77E2-481F-88C0-62142941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745DE3-488B-4475-87CC-979866526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32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Standorte der IT-L@Bs in Kärnten</a:t>
            </a:r>
          </a:p>
          <a:p>
            <a:r>
              <a:rPr lang="de-AT" sz="32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Ausbildungen an den Standorten</a:t>
            </a:r>
            <a:endParaRPr lang="en-US" sz="32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&#10;">
            <a:extLst>
              <a:ext uri="{FF2B5EF4-FFF2-40B4-BE49-F238E27FC236}">
                <a16:creationId xmlns:a16="http://schemas.microsoft.com/office/drawing/2014/main" id="{F2174500-596D-40CA-A3AE-0BB714D7B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757">
            <a:off x="7500936" y="2236787"/>
            <a:ext cx="3529013" cy="35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Vertrag - Kostenlose berufe und berufe Icons">
            <a:extLst>
              <a:ext uri="{FF2B5EF4-FFF2-40B4-BE49-F238E27FC236}">
                <a16:creationId xmlns:a16="http://schemas.microsoft.com/office/drawing/2014/main" id="{DB6113B3-92FD-4932-AD21-2B1F0B26E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89200">
            <a:off x="1452565" y="3429000"/>
            <a:ext cx="2862262" cy="286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25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E56007-7579-461E-A2D7-82A0F782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Standorte des </a:t>
            </a:r>
            <a:r>
              <a:rPr lang="de-AT" i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IT-L@bs</a:t>
            </a:r>
            <a:r>
              <a:rPr lang="de-AT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Kärnten</a:t>
            </a:r>
            <a:endParaRPr lang="en-US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CDA294-E9AA-4FB6-B4D8-B36D17DE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4000" i="1" cap="small" dirty="0"/>
              <a:t>IT-L@B Lakeside in Klagenfurt</a:t>
            </a:r>
          </a:p>
          <a:p>
            <a:r>
              <a:rPr lang="de-AT" sz="4000" i="1" cap="small" dirty="0"/>
              <a:t>IT-L@B in Villach</a:t>
            </a:r>
          </a:p>
          <a:p>
            <a:r>
              <a:rPr lang="de-AT" sz="4000" i="1" cap="small" dirty="0"/>
              <a:t>IT-L@B in St. Stefan</a:t>
            </a:r>
            <a:endParaRPr lang="en-US" sz="4000" i="1" cap="small" dirty="0"/>
          </a:p>
        </p:txBody>
      </p:sp>
      <p:pic>
        <p:nvPicPr>
          <p:cNvPr id="2050" name="Picture 2" descr="icon-standort">
            <a:extLst>
              <a:ext uri="{FF2B5EF4-FFF2-40B4-BE49-F238E27FC236}">
                <a16:creationId xmlns:a16="http://schemas.microsoft.com/office/drawing/2014/main" id="{91854A1F-6DEE-42FA-8184-46F344B6B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8982">
            <a:off x="7500936" y="2236787"/>
            <a:ext cx="3529013" cy="35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779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6DD2F-8246-4A2B-A1AC-E5B6AEB2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Ausbildungen an Standorten</a:t>
            </a:r>
            <a:endParaRPr lang="en-US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B387CD-8378-40E0-B78E-394B01F91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212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de-AT" sz="33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Villach:</a:t>
            </a:r>
            <a:br>
              <a:rPr lang="de-AT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i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Applikationsentwicklung</a:t>
            </a:r>
            <a:r>
              <a:rPr lang="en-US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Coding</a:t>
            </a:r>
            <a:br>
              <a:rPr lang="en-US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3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Klagenfurt Lakeside Park</a:t>
            </a:r>
            <a:br>
              <a:rPr lang="en-US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Informationstechnologie – Technik (Hardware)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Informationstechnologie – Informatik (Software)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Medienfachleute – Medientechnik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EDV-Kaufmann/frau (Verkauf von Hard und Software)</a:t>
            </a:r>
          </a:p>
          <a:p>
            <a:r>
              <a:rPr lang="en-US" sz="35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St. Stefan:</a:t>
            </a:r>
          </a:p>
          <a:p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Maschinenbautechnik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Zerspanungstechnik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Stahlbautechnik &amp; Schweißtechnik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Metallbau &amp; Blechtechnik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IT-Technik (Hardware)</a:t>
            </a:r>
            <a:b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2600" i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Lehre mit Matura</a:t>
            </a:r>
            <a:b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sz="2000" i="1" dirty="0"/>
          </a:p>
        </p:txBody>
      </p:sp>
      <p:pic>
        <p:nvPicPr>
          <p:cNvPr id="4098" name="Picture 2" descr="Vertrag - Kostenlose berufe und berufe Icons">
            <a:extLst>
              <a:ext uri="{FF2B5EF4-FFF2-40B4-BE49-F238E27FC236}">
                <a16:creationId xmlns:a16="http://schemas.microsoft.com/office/drawing/2014/main" id="{D03F1EAD-CDDF-4E5A-BB55-C048B96D7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1364">
            <a:off x="7886403" y="3091155"/>
            <a:ext cx="2905659" cy="290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86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110</Words>
  <Application>Microsoft Office PowerPoint</Application>
  <PresentationFormat>Breitbild</PresentationFormat>
  <Paragraphs>13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</vt:lpstr>
      <vt:lpstr>PowerPoint-Präsentation</vt:lpstr>
      <vt:lpstr>Inhalte</vt:lpstr>
      <vt:lpstr>Standorte des IT-L@bs in Kärnten</vt:lpstr>
      <vt:lpstr>Ausbildungen an Standorten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viuser</dc:creator>
  <cp:lastModifiedBy>viuser</cp:lastModifiedBy>
  <cp:revision>18</cp:revision>
  <dcterms:created xsi:type="dcterms:W3CDTF">2023-04-07T07:27:33Z</dcterms:created>
  <dcterms:modified xsi:type="dcterms:W3CDTF">2023-04-07T08:43:46Z</dcterms:modified>
</cp:coreProperties>
</file>